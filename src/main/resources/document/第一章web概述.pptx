
<file path=[Content_Types].xml><?xml version="1.0" encoding="utf-8"?>
<Types xmlns="http://schemas.openxmlformats.org/package/2006/content-types">
  <Override PartName="/ppt/slides/slide29.xml" ContentType="application/vnd.openxmlformats-officedocument.presentationml.slide+xml"/>
  <Override PartName="/ppt/slides/slide47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36.xml" ContentType="application/vnd.openxmlformats-officedocument.presentationml.slide+xml"/>
  <Override PartName="/ppt/slideLayouts/slideLayout6.xml" ContentType="application/vnd.openxmlformats-officedocument.presentationml.slideLayout+xml"/>
  <Override PartName="/ppt/slides/slide25.xml" ContentType="application/vnd.openxmlformats-officedocument.presentationml.slide+xml"/>
  <Override PartName="/ppt/slides/slide43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notesSlides/notesSlide27.xml" ContentType="application/vnd.openxmlformats-officedocument.presentationml.notesSlide+xml"/>
  <Default Extension="xml" ContentType="application/xml"/>
  <Override PartName="/ppt/slides/slide14.xml" ContentType="application/vnd.openxmlformats-officedocument.presentationml.slide+xml"/>
  <Override PartName="/ppt/slides/slide23.xml" ContentType="application/vnd.openxmlformats-officedocument.presentationml.slide+xml"/>
  <Override PartName="/ppt/slides/slide32.xml" ContentType="application/vnd.openxmlformats-officedocument.presentationml.slide+xml"/>
  <Override PartName="/ppt/slides/slide41.xml" ContentType="application/vnd.openxmlformats-officedocument.presentationml.slide+xml"/>
  <Override PartName="/ppt/notesMasters/notesMaster1.xml" ContentType="application/vnd.openxmlformats-officedocument.presentationml.notesMaster+xml"/>
  <Override PartName="/ppt/notesSlides/notesSlide16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34.xml" ContentType="application/vnd.openxmlformats-officedocument.presentationml.notesSlide+xml"/>
  <Override PartName="/ppt/slides/slide10.xml" ContentType="application/vnd.openxmlformats-officedocument.presentationml.slide+xml"/>
  <Override PartName="/ppt/slides/slide12.xml" ContentType="application/vnd.openxmlformats-officedocument.presentationml.slide+xml"/>
  <Override PartName="/ppt/slides/slide21.xml" ContentType="application/vnd.openxmlformats-officedocument.presentationml.slide+xml"/>
  <Override PartName="/ppt/slides/slide3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notesSlides/notesSlide14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32.xml" ContentType="application/vnd.openxmlformats-officedocument.presentationml.notesSlide+xml"/>
  <Override PartName="/docProps/custom.xml" ContentType="application/vnd.openxmlformats-officedocument.custom-properties+xml"/>
  <Override PartName="/ppt/notesSlides/notesSlide9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0.xml" ContentType="application/vnd.openxmlformats-officedocument.presentationml.notesSlide+xml"/>
  <Override PartName="/ppt/slides/slide7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5.xml" ContentType="application/vnd.openxmlformats-officedocument.presentationml.notesSlide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s/slide39.xml" ContentType="application/vnd.openxmlformats-officedocument.presentationml.slide+xml"/>
  <Override PartName="/ppt/slides/slide48.xml" ContentType="application/vnd.openxmlformats-officedocument.presentationml.slide+xml"/>
  <Override PartName="/ppt/slideLayouts/slideLayout7.xml" ContentType="application/vnd.openxmlformats-officedocument.presentationml.slideLayout+xml"/>
  <Default Extension="png" ContentType="image/png"/>
  <Override PartName="/ppt/notesSlides/notesSlide1.xml" ContentType="application/vnd.openxmlformats-officedocument.presentationml.notesSlide+xml"/>
  <Override PartName="/ppt/notesSlides/notesSlide3.xml" ContentType="application/vnd.openxmlformats-officedocument.presentationml.notesSlide+xml"/>
  <Default Extension="bin" ContentType="application/vnd.openxmlformats-officedocument.oleObject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slides/slide37.xml" ContentType="application/vnd.openxmlformats-officedocument.presentationml.slide+xml"/>
  <Override PartName="/ppt/slides/slide46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9.xml" ContentType="application/vnd.openxmlformats-officedocument.presentationml.notesSlid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24.xml" ContentType="application/vnd.openxmlformats-officedocument.presentationml.slide+xml"/>
  <Override PartName="/ppt/slides/slide33.xml" ContentType="application/vnd.openxmlformats-officedocument.presentationml.slide+xml"/>
  <Override PartName="/ppt/slides/slide35.xml" ContentType="application/vnd.openxmlformats-officedocument.presentationml.slide+xml"/>
  <Override PartName="/ppt/slides/slide44.xml" ContentType="application/vnd.openxmlformats-officedocument.presentationml.slide+xml"/>
  <Override PartName="/ppt/slideLayouts/slideLayout3.xml" ContentType="application/vnd.openxmlformats-officedocument.presentationml.slideLayout+xml"/>
  <Override PartName="/ppt/notesSlides/notesSlide1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37.xml" ContentType="application/vnd.openxmlformats-officedocument.presentationml.notesSlide+xml"/>
  <Default Extension="jpeg" ContentType="image/jpeg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22.xml" ContentType="application/vnd.openxmlformats-officedocument.presentationml.slide+xml"/>
  <Override PartName="/ppt/slides/slide31.xml" ContentType="application/vnd.openxmlformats-officedocument.presentationml.slide+xml"/>
  <Override PartName="/ppt/slides/slide42.xml" ContentType="application/vnd.openxmlformats-officedocument.presentationml.slide+xml"/>
  <Override PartName="/ppt/slideLayouts/slideLayout1.xml" ContentType="application/vnd.openxmlformats-officedocument.presentationml.slideLayout+xml"/>
  <Override PartName="/ppt/notesSlides/notesSlide15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35.xml" ContentType="application/vnd.openxmlformats-officedocument.presentationml.notesSlide+xml"/>
  <Override PartName="/docProps/app.xml" ContentType="application/vnd.openxmlformats-officedocument.extended-properties+xml"/>
  <Override PartName="/ppt/slides/slide11.xml" ContentType="application/vnd.openxmlformats-officedocument.presentationml.slide+xml"/>
  <Override PartName="/ppt/slides/slide20.xml" ContentType="application/vnd.openxmlformats-officedocument.presentationml.slide+xml"/>
  <Override PartName="/ppt/slides/slide40.xml" ContentType="application/vnd.openxmlformats-officedocument.presentationml.slide+xml"/>
  <Override PartName="/ppt/notesSlides/notesSlide13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33.xml" ContentType="application/vnd.openxmlformats-officedocument.presentationml.notesSlide+xml"/>
  <Override PartName="/ppt/slideLayouts/slideLayout10.xml" ContentType="application/vnd.openxmlformats-officedocument.presentationml.slideLayout+xml"/>
  <Default Extension="vml" ContentType="application/vnd.openxmlformats-officedocument.vmlDrawing"/>
  <Override PartName="/ppt/notesSlides/notesSlide8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6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ppt/slides/slide6.xml" ContentType="application/vnd.openxmlformats-officedocument.presentationml.slide+xml"/>
  <Override PartName="/ppt/slides/slide38.xml" ContentType="application/vnd.openxmlformats-officedocument.presentationml.slide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27.xml" ContentType="application/vnd.openxmlformats-officedocument.presentationml.slide+xml"/>
  <Override PartName="/ppt/slides/slide45.xml" ContentType="application/vnd.openxmlformats-officedocument.presentationml.slide+xml"/>
  <Override PartName="/ppt/slideLayouts/slideLayout4.xml" ContentType="application/vnd.openxmlformats-officedocument.presentationml.slideLayout+xml"/>
  <Override PartName="/ppt/notesSlides/notesSlide29.xml" ContentType="application/vnd.openxmlformats-officedocument.presentationml.notesSlide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34.xml" ContentType="application/vnd.openxmlformats-officedocument.presentationml.slide+xml"/>
  <Default Extension="wmf" ContentType="image/x-wmf"/>
  <Override PartName="/ppt/notesSlides/notesSlide18.xml" ContentType="application/vnd.openxmlformats-officedocument.presentationml.notesSlide+xml"/>
  <Override PartName="/ppt/notesSlides/notesSlide36.xml" ContentType="application/vnd.openxmlformats-officedocument.presentationml.notesSlide+xml"/>
  <Default Extension="rels" ContentType="application/vnd.openxmlformats-package.relationship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50"/>
  </p:notesMasterIdLst>
  <p:sldIdLst>
    <p:sldId id="256" r:id="rId2"/>
    <p:sldId id="258" r:id="rId3"/>
    <p:sldId id="259" r:id="rId4"/>
    <p:sldId id="326" r:id="rId5"/>
    <p:sldId id="322" r:id="rId6"/>
    <p:sldId id="315" r:id="rId7"/>
    <p:sldId id="262" r:id="rId8"/>
    <p:sldId id="260" r:id="rId9"/>
    <p:sldId id="261" r:id="rId10"/>
    <p:sldId id="309" r:id="rId11"/>
    <p:sldId id="297" r:id="rId12"/>
    <p:sldId id="265" r:id="rId13"/>
    <p:sldId id="305" r:id="rId14"/>
    <p:sldId id="306" r:id="rId15"/>
    <p:sldId id="307" r:id="rId16"/>
    <p:sldId id="308" r:id="rId17"/>
    <p:sldId id="313" r:id="rId18"/>
    <p:sldId id="301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6" r:id="rId27"/>
    <p:sldId id="277" r:id="rId28"/>
    <p:sldId id="280" r:id="rId29"/>
    <p:sldId id="316" r:id="rId30"/>
    <p:sldId id="317" r:id="rId31"/>
    <p:sldId id="318" r:id="rId32"/>
    <p:sldId id="281" r:id="rId33"/>
    <p:sldId id="320" r:id="rId34"/>
    <p:sldId id="321" r:id="rId35"/>
    <p:sldId id="319" r:id="rId36"/>
    <p:sldId id="282" r:id="rId37"/>
    <p:sldId id="283" r:id="rId38"/>
    <p:sldId id="284" r:id="rId39"/>
    <p:sldId id="285" r:id="rId40"/>
    <p:sldId id="286" r:id="rId41"/>
    <p:sldId id="299" r:id="rId42"/>
    <p:sldId id="288" r:id="rId43"/>
    <p:sldId id="300" r:id="rId44"/>
    <p:sldId id="289" r:id="rId45"/>
    <p:sldId id="290" r:id="rId46"/>
    <p:sldId id="328" r:id="rId47"/>
    <p:sldId id="291" r:id="rId48"/>
    <p:sldId id="294" r:id="rId49"/>
  </p:sldIdLst>
  <p:sldSz cx="13716000" cy="10287000"/>
  <p:notesSz cx="6858000" cy="9144000"/>
  <p:defaultTextStyle>
    <a:defPPr>
      <a:defRPr lang="en-US"/>
    </a:defPPr>
    <a:lvl1pPr marL="0" lvl="0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lvl="1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lvl="2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lvl="3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lvl="4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lvl="5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lvl="6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lvl="7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lvl="8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21066" autoAdjust="0"/>
    <p:restoredTop sz="71242" autoAdjust="0"/>
  </p:normalViewPr>
  <p:slideViewPr>
    <p:cSldViewPr>
      <p:cViewPr varScale="1">
        <p:scale>
          <a:sx n="31" d="100"/>
          <a:sy n="31" d="100"/>
        </p:scale>
        <p:origin x="-1620" y="-76"/>
      </p:cViewPr>
      <p:guideLst>
        <p:guide orient="horz" pos="3240"/>
        <p:guide pos="432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54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8" Type="http://schemas.openxmlformats.org/officeDocument/2006/relationships/slide" Target="slides/slide7.xml"/><Relationship Id="rId51" Type="http://schemas.openxmlformats.org/officeDocument/2006/relationships/presProps" Target="presProps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wmf"/></Relationships>
</file>

<file path=ppt/drawings/_rels/vmlDrawing2.vml.rels><?xml version="1.0" encoding="UTF-8" standalone="yes"?>
<Relationships xmlns="http://schemas.openxmlformats.org/package/2006/relationships"><Relationship Id="rId2" Type="http://schemas.openxmlformats.org/officeDocument/2006/relationships/image" Target="../media/image10.wmf"/><Relationship Id="rId1" Type="http://schemas.openxmlformats.org/officeDocument/2006/relationships/image" Target="../media/image9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  <a:pPr/>
              <a:t>2023/2/12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baike.baidu.com/item/Turbo%20C?fromModule=lemma_inlink" TargetMode="External"/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Relationship Id="rId6" Type="http://schemas.openxmlformats.org/officeDocument/2006/relationships/hyperlink" Target="https://baike.baidu.com/item/Turbo%20Pascal?fromModule=lemma_inlink" TargetMode="External"/><Relationship Id="rId5" Type="http://schemas.openxmlformats.org/officeDocument/2006/relationships/hyperlink" Target="https://baike.baidu.com/item/Delphi?fromModule=lemma_inlink" TargetMode="External"/><Relationship Id="rId4" Type="http://schemas.openxmlformats.org/officeDocument/2006/relationships/hyperlink" Target="https://baike.baidu.com/item/C++?fromModule=lemma_inlink" TargetMode="Externa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3" Type="http://schemas.openxmlformats.org/officeDocument/2006/relationships/hyperlink" Target="https://so.csdn.net/so/search?q=Eclipse&amp;spm=1001.2101.3001.7020" TargetMode="External"/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pPr/>
              <a:t>1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pPr/>
              <a:t>2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en-US" altLang="zh-CN" dirty="0" smtClean="0"/>
              <a:t>C/s:QQ,</a:t>
            </a:r>
            <a:r>
              <a:rPr lang="zh-CN" altLang="en-US" dirty="0" smtClean="0"/>
              <a:t>微信</a:t>
            </a:r>
            <a:r>
              <a:rPr lang="zh-CN" altLang="en-US" baseline="0" dirty="0" smtClean="0"/>
              <a:t> 腾讯会议   宝蓝  </a:t>
            </a:r>
            <a:r>
              <a:rPr lang="en-US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 Borland </a:t>
            </a:r>
            <a:r>
              <a:rPr lang="en-US" sz="1200" b="0" i="0" u="none" strike="noStrike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  <a:hlinkClick r:id="rId3"/>
              </a:rPr>
              <a:t>Turbo C</a:t>
            </a:r>
            <a:r>
              <a:rPr lang="en-US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/</a:t>
            </a:r>
            <a:r>
              <a:rPr lang="en-US" sz="1200" b="0" i="0" u="none" strike="noStrike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  <a:hlinkClick r:id="rId4"/>
              </a:rPr>
              <a:t>C++</a:t>
            </a:r>
            <a:r>
              <a:rPr lang="en-US" sz="1200" b="0" i="0" u="none" strike="noStrike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</a:t>
            </a:r>
            <a:r>
              <a:rPr lang="zh-CN" altLang="en-US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变成今天的</a:t>
            </a:r>
            <a:r>
              <a:rPr lang="en-US" sz="1200" b="0" i="0" u="none" strike="noStrike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  <a:hlinkClick r:id="rId5"/>
              </a:rPr>
              <a:t>Delphi</a:t>
            </a:r>
            <a:r>
              <a:rPr lang="zh-CN" altLang="en-US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的</a:t>
            </a:r>
            <a:r>
              <a:rPr lang="en-US" sz="1200" b="0" i="0" u="none" strike="noStrike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  <a:hlinkClick r:id="rId6"/>
              </a:rPr>
              <a:t>Turbo Pascal</a:t>
            </a:r>
            <a:endParaRPr lang="en-US" altLang="zh-CN" baseline="0" dirty="0" smtClean="0"/>
          </a:p>
          <a:p>
            <a:r>
              <a:rPr lang="en-US" altLang="zh-CN" baseline="0" dirty="0" smtClean="0"/>
              <a:t>B/s: </a:t>
            </a:r>
            <a:r>
              <a:rPr lang="zh-CN" altLang="en-US" baseline="0" dirty="0" smtClean="0"/>
              <a:t>成绩管理系统 等   微软  </a:t>
            </a:r>
            <a:endParaRPr lang="zh-CN" altLang="en-US"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在谷歌心目中，“云”必须具备以下条件：数据都存在网上，而非终端里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;</a:t>
            </a:r>
            <a:r>
              <a:rPr lang="zh-CN" alt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软件会最终消失，只要你的“云”设备中拥有浏览器就可以运行现在的一切，“云”时代的互联网终端设备将不仅仅是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PC</a:t>
            </a:r>
            <a:r>
              <a:rPr lang="zh-CN" alt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：手机、汽车，甚至手表，只要有简单的操作系统加个浏览器就完全可以实现。由于数据都在“云”端，企业的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IT</a:t>
            </a:r>
            <a:r>
              <a:rPr lang="zh-CN" alt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管理越来越简单，企业和个人用户也不用再担心病毒、数据丢失等问题。</a:t>
            </a:r>
          </a:p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zh-CN" altLang="en-US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“超文本”（</a:t>
            </a:r>
            <a:r>
              <a:rPr lang="en-US" altLang="zh-CN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Hyper Text</a:t>
            </a:r>
            <a:r>
              <a:rPr lang="zh-CN" altLang="en-US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，</a:t>
            </a:r>
            <a:r>
              <a:rPr lang="en-US" altLang="zh-CN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HT </a:t>
            </a:r>
            <a:r>
              <a:rPr lang="zh-CN" altLang="en-US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）是超级文本的中文缩写。超文本是用超链接的方法，将各种不同空间的文字信息组织在一起的网状文本。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pPr/>
              <a:t>6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zh-CN" altLang="en-US" dirty="0">
                <a:sym typeface="+mn-ea"/>
              </a:rPr>
              <a:t>资源：静态</a:t>
            </a:r>
            <a:r>
              <a:rPr lang="zh-CN" altLang="en-US" dirty="0"/>
              <a:t>为动态和</a:t>
            </a:r>
            <a:r>
              <a:rPr lang="zh-CN" altLang="en-US" dirty="0">
                <a:sym typeface="+mn-ea"/>
              </a:rPr>
              <a:t>之分</a:t>
            </a:r>
          </a:p>
          <a:p>
            <a:r>
              <a:rPr lang="zh-CN" altLang="en-US" dirty="0">
                <a:sym typeface="+mn-ea"/>
              </a:rPr>
              <a:t>静态：提供给浏览器的数据始终不变</a:t>
            </a:r>
          </a:p>
          <a:p>
            <a:r>
              <a:rPr lang="zh-CN" altLang="en-US" dirty="0"/>
              <a:t>动态：不同时间点访问的数据不同 </a:t>
            </a:r>
            <a:r>
              <a:rPr lang="zh-CN" altLang="en-US" dirty="0" smtClean="0"/>
              <a:t>，数据由程序产生。</a:t>
            </a:r>
            <a:endParaRPr lang="zh-CN" altLang="en-US" dirty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zh-CN" altLang="en-US" dirty="0" smtClean="0"/>
              <a:t>什么</a:t>
            </a:r>
            <a:r>
              <a:rPr lang="zh-CN" altLang="en-US" dirty="0"/>
              <a:t>是</a:t>
            </a:r>
            <a:r>
              <a:rPr lang="en-US" altLang="zh-CN" dirty="0"/>
              <a:t>web</a:t>
            </a:r>
            <a:r>
              <a:rPr lang="zh-CN" altLang="en-US" dirty="0"/>
              <a:t>应用：供浏览器访问的程序，一个</a:t>
            </a:r>
            <a:r>
              <a:rPr lang="en-US" altLang="zh-CN" dirty="0"/>
              <a:t>web</a:t>
            </a:r>
            <a:r>
              <a:rPr lang="zh-CN" altLang="en-US" dirty="0"/>
              <a:t>应用是多个</a:t>
            </a:r>
            <a:r>
              <a:rPr lang="en-US" altLang="zh-CN" dirty="0"/>
              <a:t>web</a:t>
            </a:r>
            <a:r>
              <a:rPr lang="zh-CN" altLang="en-US" dirty="0"/>
              <a:t>资源的集合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altLang="zh-CN" dirty="0" smtClean="0"/>
              <a:t>Web</a:t>
            </a:r>
            <a:r>
              <a:rPr lang="zh-CN" altLang="en-US" dirty="0" smtClean="0"/>
              <a:t>服务器：只负责处理</a:t>
            </a:r>
            <a:r>
              <a:rPr lang="en-US" altLang="zh-CN" dirty="0" smtClean="0"/>
              <a:t>HTTP</a:t>
            </a:r>
            <a:r>
              <a:rPr lang="zh-CN" altLang="en-US" dirty="0" smtClean="0"/>
              <a:t>协议，只能发送静态页面的内容。</a:t>
            </a:r>
            <a:endParaRPr lang="en-US" altLang="zh-CN" dirty="0" smtClean="0"/>
          </a:p>
          <a:p>
            <a:r>
              <a:rPr lang="zh-CN" altLang="en-US" dirty="0" smtClean="0"/>
              <a:t>应用服务器</a:t>
            </a:r>
            <a:r>
              <a:rPr lang="zh-CN" altLang="en-US" dirty="0" smtClean="0"/>
              <a:t>：</a:t>
            </a:r>
            <a:r>
              <a:rPr lang="zh-CN" altLang="en-US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应用服务器是指通过各种协议把商业逻辑曝露给客户端的程序。简单的说，能实现动态网页技术的服务器叫做应用服务器。应用服务器提供了访问商业逻辑的途径以供客户端应用程序使用。应用服务器使用此商业逻辑就像调用对象的一个方法一样。</a:t>
            </a:r>
            <a:endParaRPr lang="en-US" altLang="zh-CN" dirty="0" smtClean="0"/>
          </a:p>
          <a:p>
            <a:endParaRPr lang="en-US" altLang="zh-CN" dirty="0" smtClean="0"/>
          </a:p>
          <a:p>
            <a:r>
              <a:rPr lang="zh-CN" altLang="en-US" dirty="0" smtClean="0"/>
              <a:t>应用</a:t>
            </a:r>
            <a:r>
              <a:rPr lang="zh-CN" altLang="en-US" dirty="0" smtClean="0"/>
              <a:t>服务器一般也支持</a:t>
            </a:r>
            <a:r>
              <a:rPr lang="en-US" altLang="zh-CN" dirty="0" smtClean="0"/>
              <a:t>HTTP</a:t>
            </a:r>
            <a:r>
              <a:rPr lang="zh-CN" altLang="en-US" dirty="0" smtClean="0"/>
              <a:t>协议，因此界限没这么清晰。</a:t>
            </a:r>
            <a:endParaRPr lang="en-US" altLang="zh-CN" dirty="0" smtClean="0"/>
          </a:p>
          <a:p>
            <a:endParaRPr lang="en-US" altLang="zh-CN" dirty="0" smtClean="0"/>
          </a:p>
          <a:p>
            <a:endParaRPr lang="en-US" altLang="zh-CN" dirty="0" smtClean="0"/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pPr/>
              <a:t>9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pPr/>
              <a:t>11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zh-CN" altLang="en-US" dirty="0"/>
              <a:t>请求和响应信息的查看：</a:t>
            </a:r>
            <a:r>
              <a:rPr lang="en-US" altLang="zh-CN" dirty="0"/>
              <a:t>IE-</a:t>
            </a:r>
            <a:r>
              <a:rPr lang="zh-CN" altLang="en-US" dirty="0"/>
              <a:t>工具</a:t>
            </a:r>
            <a:r>
              <a:rPr lang="en-US" altLang="zh-CN" dirty="0"/>
              <a:t>-</a:t>
            </a:r>
            <a:r>
              <a:rPr lang="zh-CN" altLang="en-US" dirty="0"/>
              <a:t>开发工具</a:t>
            </a:r>
            <a:r>
              <a:rPr lang="en-US" altLang="zh-CN" dirty="0"/>
              <a:t>-</a:t>
            </a:r>
            <a:r>
              <a:rPr lang="zh-CN" altLang="en-US" dirty="0" smtClean="0"/>
              <a:t>网络</a:t>
            </a:r>
            <a:endParaRPr lang="en-US" altLang="zh-CN" dirty="0" smtClean="0"/>
          </a:p>
          <a:p>
            <a:r>
              <a:rPr lang="zh-CN" altLang="en-US" sz="1200" dirty="0" smtClean="0">
                <a:latin typeface="宋体" panose="02010600030101010101" pitchFamily="2" charset="-122"/>
              </a:rPr>
              <a:t>请求行：协议 资源 方式</a:t>
            </a:r>
            <a:endParaRPr lang="en-US" altLang="zh-CN" sz="1200" dirty="0" smtClean="0">
              <a:latin typeface="宋体" panose="02010600030101010101" pitchFamily="2" charset="-122"/>
            </a:endParaRPr>
          </a:p>
          <a:p>
            <a:r>
              <a:rPr lang="zh-CN" altLang="en-US" sz="1200" dirty="0" smtClean="0">
                <a:latin typeface="宋体" panose="02010600030101010101" pitchFamily="2" charset="-122"/>
              </a:rPr>
              <a:t>状态行：协议 状态码</a:t>
            </a:r>
            <a:endParaRPr lang="en-US" altLang="zh-CN" sz="1200" dirty="0" smtClean="0">
              <a:latin typeface="宋体" panose="02010600030101010101" pitchFamily="2" charset="-122"/>
            </a:endParaRPr>
          </a:p>
          <a:p>
            <a:r>
              <a:rPr lang="zh-CN" altLang="en-US" sz="1200" dirty="0" smtClean="0">
                <a:latin typeface="宋体" panose="02010600030101010101" pitchFamily="2" charset="-122"/>
              </a:rPr>
              <a:t>请求头：可以接受的数据要求</a:t>
            </a:r>
            <a:endParaRPr lang="en-US" altLang="zh-CN" sz="1200" dirty="0" smtClean="0">
              <a:latin typeface="宋体" panose="02010600030101010101" pitchFamily="2" charset="-122"/>
            </a:endParaRPr>
          </a:p>
          <a:p>
            <a:r>
              <a:rPr lang="zh-CN" altLang="en-US" sz="1200" dirty="0" smtClean="0">
                <a:latin typeface="宋体" panose="02010600030101010101" pitchFamily="2" charset="-122"/>
              </a:rPr>
              <a:t>响应头：响应的数据格式</a:t>
            </a:r>
            <a:endParaRPr lang="en-US" altLang="zh-CN" sz="1200" dirty="0" smtClean="0">
              <a:latin typeface="宋体" panose="02010600030101010101" pitchFamily="2" charset="-122"/>
            </a:endParaRPr>
          </a:p>
          <a:p>
            <a:r>
              <a:rPr lang="zh-CN" altLang="en-US" sz="1200" dirty="0" smtClean="0">
                <a:latin typeface="宋体" panose="02010600030101010101" pitchFamily="2" charset="-122"/>
              </a:rPr>
              <a:t>请求数据：参数</a:t>
            </a:r>
            <a:endParaRPr lang="en-US" altLang="zh-CN" sz="1200" dirty="0" smtClean="0">
              <a:latin typeface="宋体" panose="02010600030101010101" pitchFamily="2" charset="-122"/>
            </a:endParaRPr>
          </a:p>
          <a:p>
            <a:r>
              <a:rPr lang="zh-CN" altLang="en-US" sz="1200" dirty="0" smtClean="0">
                <a:latin typeface="宋体" panose="02010600030101010101" pitchFamily="2" charset="-122"/>
              </a:rPr>
              <a:t>响应数据：</a:t>
            </a:r>
            <a:r>
              <a:rPr lang="en-US" altLang="zh-CN" sz="1200" dirty="0" smtClean="0">
                <a:latin typeface="宋体" panose="02010600030101010101" pitchFamily="2" charset="-122"/>
              </a:rPr>
              <a:t>html</a:t>
            </a:r>
            <a:endParaRPr lang="zh-CN" altLang="en-US" dirty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pPr/>
              <a:t>15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en-US" altLang="zh-CN" dirty="0"/>
              <a:t>JSP:</a:t>
            </a:r>
            <a:r>
              <a:rPr lang="zh-CN" altLang="en-US" dirty="0"/>
              <a:t>安全性、稳定性、一致性好，薪水</a:t>
            </a:r>
            <a:r>
              <a:rPr lang="zh-CN" altLang="en-US" dirty="0" smtClean="0"/>
              <a:t>高</a:t>
            </a:r>
            <a:endParaRPr lang="en-US" altLang="zh-CN" dirty="0" smtClean="0"/>
          </a:p>
          <a:p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PHP</a:t>
            </a:r>
            <a:r>
              <a:rPr lang="zh-CN" alt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：开源组织提供，完全免费的，不用花钱，你可以从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PHP</a:t>
            </a:r>
            <a:r>
              <a:rPr lang="zh-CN" alt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官方站点</a:t>
            </a:r>
            <a:r>
              <a:rPr lang="en-US" altLang="zh-CN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http: //www.php.net)</a:t>
            </a:r>
            <a:r>
              <a:rPr lang="zh-CN" alt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自由下载 比如：新浪</a:t>
            </a:r>
            <a:endParaRPr lang="en-US" altLang="zh-CN" dirty="0" smtClean="0"/>
          </a:p>
          <a:p>
            <a:r>
              <a:rPr lang="en-US" altLang="zh-CN" dirty="0" smtClean="0"/>
              <a:t>ASP</a:t>
            </a:r>
            <a:r>
              <a:rPr lang="zh-CN" altLang="en-US" dirty="0" smtClean="0"/>
              <a:t>：</a:t>
            </a:r>
            <a:r>
              <a:rPr lang="en-US" altLang="zh-CN" dirty="0" smtClean="0"/>
              <a:t>Windows</a:t>
            </a:r>
            <a:r>
              <a:rPr lang="zh-CN" altLang="en-US" dirty="0" smtClean="0"/>
              <a:t>本身的所有问题都会一成不变的也累加到了它的身上。安全性、稳定性、跨平台性都会因为与</a:t>
            </a:r>
            <a:r>
              <a:rPr lang="en-US" altLang="zh-CN" dirty="0" smtClean="0"/>
              <a:t>NT</a:t>
            </a:r>
            <a:r>
              <a:rPr lang="zh-CN" altLang="en-US" dirty="0" smtClean="0"/>
              <a:t>的捆绑而显现出来。</a:t>
            </a:r>
            <a:endParaRPr lang="zh-CN" altLang="en-US" dirty="0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zh-CN" altLang="en-US" dirty="0" smtClean="0"/>
              <a:t>j</a:t>
            </a:r>
            <a:r>
              <a:rPr lang="zh-CN" altLang="en-US" dirty="0"/>
              <a:t>2EE和JavaWeb说的是两个层面，javaee是指Java的企业级应用，可以说是一个规范，包含servlet，jsp，</a:t>
            </a:r>
            <a:r>
              <a:rPr lang="zh-CN" altLang="en-US" dirty="0" smtClean="0"/>
              <a:t>jndi（命名和目录服务），jms（消息服务），</a:t>
            </a:r>
            <a:r>
              <a:rPr lang="zh-CN" altLang="en-US" dirty="0"/>
              <a:t>mvc框架，对象持久化等等组件，说白了就是用来开发服务器的程序，而javaweb是指用Java技术来解决相关web互联网领域的技术总和，其中就包含javaee的组件。 </a:t>
            </a: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en-US" altLang="zh-CN" dirty="0" err="1"/>
              <a:t>xml:可扩展标记语言.XML的标准化工作由</a:t>
            </a:r>
            <a:r>
              <a:rPr lang="en-US" altLang="zh-CN" dirty="0"/>
              <a:t>  W3C的XML工作组负责，该小组成员由来自各个地方和行业的专家组成，他们通过email交流对XML标准的意见，并提出自己的看法。因为XML是个公共格式，它不专属于任何一家公司，你不必担心XML技术会成为少数公司的盈利工具，XML不是一个依附于特定浏览器的语言</a:t>
            </a:r>
            <a:r>
              <a:rPr lang="en-US" altLang="zh-CN" dirty="0" smtClean="0"/>
              <a:t>.</a:t>
            </a:r>
          </a:p>
          <a:p>
            <a:r>
              <a:rPr lang="zh-CN" altLang="en-US" dirty="0" smtClean="0"/>
              <a:t>特点</a:t>
            </a:r>
            <a:r>
              <a:rPr lang="zh-CN" altLang="en-US" dirty="0" smtClean="0">
                <a:sym typeface="Wingdings" pitchFamily="2" charset="2"/>
              </a:rPr>
              <a:t>：（</a:t>
            </a:r>
            <a:r>
              <a:rPr lang="en-US" altLang="zh-CN" dirty="0" smtClean="0">
                <a:sym typeface="Wingdings" pitchFamily="2" charset="2"/>
              </a:rPr>
              <a:t>1</a:t>
            </a:r>
            <a:r>
              <a:rPr lang="zh-CN" altLang="en-US" dirty="0" smtClean="0">
                <a:sym typeface="Wingdings" pitchFamily="2" charset="2"/>
              </a:rPr>
              <a:t>）</a:t>
            </a:r>
            <a:r>
              <a:rPr lang="en-US" altLang="zh-CN" dirty="0" err="1" smtClean="0"/>
              <a:t>XML的宗旨传输数据的</a:t>
            </a:r>
            <a:endParaRPr lang="en-US" altLang="zh-CN" dirty="0" smtClean="0"/>
          </a:p>
          <a:p>
            <a:r>
              <a:rPr lang="zh-CN" altLang="en-US" dirty="0" smtClean="0"/>
              <a:t>（</a:t>
            </a:r>
            <a:r>
              <a:rPr lang="en-US" altLang="zh-CN" dirty="0" smtClean="0"/>
              <a:t>2</a:t>
            </a:r>
            <a:r>
              <a:rPr lang="zh-CN" altLang="en-US" dirty="0" smtClean="0"/>
              <a:t>）只有一个根元素</a:t>
            </a:r>
            <a:endParaRPr lang="en-US" altLang="zh-CN" dirty="0" smtClean="0"/>
          </a:p>
          <a:p>
            <a:r>
              <a:rPr lang="zh-CN" altLang="en-US" dirty="0" smtClean="0"/>
              <a:t>（</a:t>
            </a:r>
            <a:r>
              <a:rPr lang="en-US" altLang="zh-CN" dirty="0" smtClean="0"/>
              <a:t>3</a:t>
            </a:r>
            <a:r>
              <a:rPr lang="zh-CN" altLang="en-US" dirty="0" smtClean="0"/>
              <a:t>）严格区分大小写</a:t>
            </a:r>
            <a:endParaRPr lang="en-US" altLang="zh-CN" dirty="0" smtClean="0"/>
          </a:p>
          <a:p>
            <a:r>
              <a:rPr lang="zh-CN" altLang="en-US" dirty="0" smtClean="0"/>
              <a:t>（</a:t>
            </a:r>
            <a:r>
              <a:rPr lang="en-US" altLang="zh-CN" dirty="0" smtClean="0"/>
              <a:t>4</a:t>
            </a:r>
            <a:r>
              <a:rPr lang="zh-CN" altLang="en-US" dirty="0" smtClean="0"/>
              <a:t>）标签随意定义</a:t>
            </a:r>
            <a:endParaRPr lang="en-US" altLang="zh-CN" dirty="0" smtClean="0"/>
          </a:p>
          <a:p>
            <a:r>
              <a:rPr lang="zh-CN" altLang="en-US" dirty="0" smtClean="0"/>
              <a:t>（</a:t>
            </a:r>
            <a:r>
              <a:rPr lang="en-US" altLang="zh-CN" dirty="0" smtClean="0"/>
              <a:t>5</a:t>
            </a:r>
            <a:r>
              <a:rPr lang="zh-CN" altLang="en-US" dirty="0" smtClean="0"/>
              <a:t>）</a:t>
            </a:r>
            <a:r>
              <a:rPr lang="en-US" altLang="zh-CN" dirty="0" err="1" smtClean="0"/>
              <a:t>dom</a:t>
            </a:r>
            <a:r>
              <a:rPr lang="zh-CN" altLang="en-US" dirty="0" smtClean="0"/>
              <a:t>解析器可以解析文件</a:t>
            </a:r>
            <a:endParaRPr lang="en-US" altLang="zh-CN" dirty="0" smtClean="0"/>
          </a:p>
          <a:p>
            <a:endParaRPr lang="en-US" altLang="zh-CN" dirty="0" smtClean="0"/>
          </a:p>
          <a:p>
            <a:endParaRPr lang="en-US" altLang="zh-CN" dirty="0"/>
          </a:p>
          <a:p>
            <a:endParaRPr lang="en-US" altLang="zh-CN" dirty="0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pPr/>
              <a:t>24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pPr/>
              <a:t>25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zh-CN" altLang="en-US" dirty="0"/>
              <a:t>WebSphere是商业软件,功能齐全强大,主要应用于大型企业的大型项目</a:t>
            </a:r>
          </a:p>
          <a:p>
            <a:r>
              <a:rPr lang="zh-CN" altLang="en-US" dirty="0"/>
              <a:t>WebLogic是美商Oracle的主要产品之一，是并购BEA得来。是商业市场上主要的Java（J2EE）应用服务器软件（application server）之一，是世界上第一个成功商业化的J2EE应用服务器,</a:t>
            </a: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pPr/>
              <a:t>29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pPr/>
              <a:t>30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altLang="zh-CN" dirty="0" smtClean="0"/>
              <a:t>JDK</a:t>
            </a:r>
            <a:r>
              <a:rPr lang="en-US" altLang="zh-CN" baseline="0" dirty="0" smtClean="0"/>
              <a:t> TOMCAT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pPr/>
              <a:t>31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Eclipse </a:t>
            </a:r>
            <a:r>
              <a:rPr lang="zh-CN" alt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是一个开放源代码的、</a:t>
            </a:r>
            <a:r>
              <a:rPr lang="zh-CN" alt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基于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Java</a:t>
            </a:r>
            <a:r>
              <a:rPr lang="zh-CN" alt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的</a:t>
            </a:r>
            <a:r>
              <a:rPr lang="zh-CN" alt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可扩展开发平台。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Eclipse</a:t>
            </a:r>
            <a:r>
              <a:rPr lang="zh-CN" alt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最初是由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IBM</a:t>
            </a:r>
            <a:r>
              <a:rPr lang="zh-CN" alt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公司开发，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2001</a:t>
            </a:r>
            <a:r>
              <a:rPr lang="zh-CN" alt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年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11</a:t>
            </a:r>
            <a:r>
              <a:rPr lang="zh-CN" alt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月贡献给开源社区，现在它由非营利软件供应商联盟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Eclipse</a:t>
            </a:r>
            <a:r>
              <a:rPr lang="zh-CN" alt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基金会（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Eclipse Foundation</a:t>
            </a:r>
            <a:r>
              <a:rPr lang="zh-CN" alt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）管理。</a:t>
            </a:r>
          </a:p>
          <a:p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Eclipse </a:t>
            </a:r>
            <a:r>
              <a:rPr lang="zh-CN" alt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是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 Java</a:t>
            </a:r>
            <a:r>
              <a:rPr lang="zh-CN" alt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和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JavaEE</a:t>
            </a:r>
            <a:r>
              <a:rPr lang="zh-CN" alt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的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IDE</a:t>
            </a:r>
            <a:r>
              <a:rPr lang="zh-CN" alt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（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Integrated Development Environment</a:t>
            </a:r>
            <a:r>
              <a:rPr lang="zh-CN" alt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，集成开发环境），是目前软件企业使用最多的一种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IDE</a:t>
            </a:r>
            <a:r>
              <a:rPr lang="zh-CN" alt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。</a:t>
            </a: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pPr/>
              <a:t>32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Eclipse </a:t>
            </a:r>
            <a:r>
              <a:rPr lang="zh-CN" alt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是一个开放源代码的、基于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 Java </a:t>
            </a:r>
            <a:r>
              <a:rPr lang="zh-CN" alt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的可扩展开发平台。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Eclipse</a:t>
            </a:r>
            <a:r>
              <a:rPr lang="zh-CN" alt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最初是由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IBM</a:t>
            </a:r>
            <a:r>
              <a:rPr lang="zh-CN" alt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公司开发，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2001</a:t>
            </a:r>
            <a:r>
              <a:rPr lang="zh-CN" alt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年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11</a:t>
            </a:r>
            <a:r>
              <a:rPr lang="zh-CN" alt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月贡献给开源社区，现在它由非营利软件供应商联盟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Eclipse</a:t>
            </a:r>
            <a:r>
              <a:rPr lang="zh-CN" alt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基金会（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Eclipse Foundation</a:t>
            </a:r>
            <a:r>
              <a:rPr lang="zh-CN" alt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）管理。</a:t>
            </a:r>
          </a:p>
          <a:p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Eclipse </a:t>
            </a:r>
            <a:r>
              <a:rPr lang="zh-CN" alt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是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 Java</a:t>
            </a:r>
            <a:r>
              <a:rPr lang="zh-CN" alt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和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JavaEE</a:t>
            </a:r>
            <a:r>
              <a:rPr lang="zh-CN" alt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的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IDE</a:t>
            </a:r>
            <a:r>
              <a:rPr lang="zh-CN" alt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（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Integrated Development Environment</a:t>
            </a:r>
            <a:r>
              <a:rPr lang="zh-CN" alt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，集成开发环境），是目前软件企业使用最多的一种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IDE</a:t>
            </a:r>
            <a:r>
              <a:rPr lang="zh-CN" alt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。</a:t>
            </a: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pPr/>
              <a:t>33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Eclipse </a:t>
            </a:r>
            <a:r>
              <a:rPr lang="zh-CN" alt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是一个开放源代码的、基于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 Java </a:t>
            </a:r>
            <a:r>
              <a:rPr lang="zh-CN" alt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的可扩展开发平台。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Eclipse</a:t>
            </a:r>
            <a:r>
              <a:rPr lang="zh-CN" alt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最初是由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IBM</a:t>
            </a:r>
            <a:r>
              <a:rPr lang="zh-CN" alt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公司开发，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2001</a:t>
            </a:r>
            <a:r>
              <a:rPr lang="zh-CN" alt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年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11</a:t>
            </a:r>
            <a:r>
              <a:rPr lang="zh-CN" alt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月贡献给开源社区，现在它由非营利软件供应商联盟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Eclipse</a:t>
            </a:r>
            <a:r>
              <a:rPr lang="zh-CN" alt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基金会（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Eclipse Foundation</a:t>
            </a:r>
            <a:r>
              <a:rPr lang="zh-CN" alt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）管理。</a:t>
            </a:r>
          </a:p>
          <a:p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Eclipse </a:t>
            </a:r>
            <a:r>
              <a:rPr lang="zh-CN" alt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是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 Java</a:t>
            </a:r>
            <a:r>
              <a:rPr lang="zh-CN" alt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和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JavaEE</a:t>
            </a:r>
            <a:r>
              <a:rPr lang="zh-CN" alt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的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IDE</a:t>
            </a:r>
            <a:r>
              <a:rPr lang="zh-CN" alt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（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Integrated Development Environment</a:t>
            </a:r>
            <a:r>
              <a:rPr lang="zh-CN" alt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，集成开发环境），是目前软件企业使用最多的一种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IDE</a:t>
            </a:r>
            <a:r>
              <a:rPr lang="zh-CN" alt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。</a:t>
            </a:r>
            <a:endParaRPr lang="en-US" altLang="zh-CN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zh-CN" altLang="en-US" dirty="0" smtClean="0"/>
              <a:t>造成此异常报错主要因为</a:t>
            </a:r>
            <a:r>
              <a:rPr lang="en-US" dirty="0" err="1" smtClean="0"/>
              <a:t>TomCat</a:t>
            </a:r>
            <a:r>
              <a:rPr lang="zh-CN" altLang="en-US" dirty="0" smtClean="0"/>
              <a:t>版本超过</a:t>
            </a:r>
            <a:r>
              <a:rPr lang="en-US" dirty="0" smtClean="0">
                <a:hlinkClick r:id="rId3"/>
              </a:rPr>
              <a:t>Eclipse</a:t>
            </a:r>
            <a:r>
              <a:rPr lang="zh-CN" altLang="en-US" dirty="0" smtClean="0"/>
              <a:t>的限制版本，当</a:t>
            </a:r>
            <a:r>
              <a:rPr lang="en-US" dirty="0" err="1" smtClean="0"/>
              <a:t>Exlipse</a:t>
            </a:r>
            <a:r>
              <a:rPr lang="zh-CN" altLang="en-US" dirty="0" smtClean="0"/>
              <a:t>选择 </a:t>
            </a:r>
            <a:r>
              <a:rPr lang="en-US" dirty="0" smtClean="0"/>
              <a:t>Apache Tomcat 8.0</a:t>
            </a:r>
            <a:r>
              <a:rPr lang="zh-CN" altLang="en-US" dirty="0" smtClean="0"/>
              <a:t>版本时即表示 </a:t>
            </a:r>
            <a:r>
              <a:rPr lang="en-US" dirty="0" smtClean="0"/>
              <a:t>Apache Tomcat</a:t>
            </a:r>
            <a:r>
              <a:rPr lang="zh-CN" altLang="en-US" dirty="0" smtClean="0"/>
              <a:t>最高限制版本为</a:t>
            </a:r>
            <a:r>
              <a:rPr lang="en-US" altLang="zh-CN" dirty="0" smtClean="0"/>
              <a:t>8.0</a:t>
            </a:r>
            <a:r>
              <a:rPr lang="zh-CN" altLang="en-US" dirty="0" smtClean="0"/>
              <a:t>，</a:t>
            </a:r>
            <a:endParaRPr lang="zh-CN" altLang="en-US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pPr/>
              <a:t>34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Eclipse </a:t>
            </a:r>
            <a:r>
              <a:rPr lang="zh-CN" alt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是一个开放源代码的、基于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 Java </a:t>
            </a:r>
            <a:r>
              <a:rPr lang="zh-CN" alt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的可扩展开发平台。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Eclipse</a:t>
            </a:r>
            <a:r>
              <a:rPr lang="zh-CN" alt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最初是由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IBM</a:t>
            </a:r>
            <a:r>
              <a:rPr lang="zh-CN" alt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公司开发，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2001</a:t>
            </a:r>
            <a:r>
              <a:rPr lang="zh-CN" alt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年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11</a:t>
            </a:r>
            <a:r>
              <a:rPr lang="zh-CN" alt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月贡献给开源社区，现在它由非营利软件供应商联盟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Eclipse</a:t>
            </a:r>
            <a:r>
              <a:rPr lang="zh-CN" alt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基金会（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Eclipse Foundation</a:t>
            </a:r>
            <a:r>
              <a:rPr lang="zh-CN" alt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）管理。</a:t>
            </a:r>
          </a:p>
          <a:p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Eclipse </a:t>
            </a:r>
            <a:r>
              <a:rPr lang="zh-CN" alt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是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 Java</a:t>
            </a:r>
            <a:r>
              <a:rPr lang="zh-CN" alt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和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JavaEE</a:t>
            </a:r>
            <a:r>
              <a:rPr lang="zh-CN" alt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的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IDE</a:t>
            </a:r>
            <a:r>
              <a:rPr lang="zh-CN" alt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（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Integrated Development Environment</a:t>
            </a:r>
            <a:r>
              <a:rPr lang="zh-CN" alt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，集成开发环境），是目前软件企业使用最多的一种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IDE</a:t>
            </a:r>
            <a:r>
              <a:rPr lang="zh-CN" alt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。</a:t>
            </a: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pPr/>
              <a:t>35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pPr/>
              <a:t>38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pPr/>
              <a:t>39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zh-CN" altLang="en-US" dirty="0"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pPr/>
              <a:t>45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altLang="zh-CN" dirty="0" err="1" smtClean="0"/>
              <a:t>Ioc</a:t>
            </a:r>
            <a:r>
              <a:rPr lang="en-US" altLang="zh-CN" dirty="0" smtClean="0"/>
              <a:t> </a:t>
            </a:r>
            <a:r>
              <a:rPr lang="en-US" altLang="zh-CN" dirty="0" err="1" smtClean="0"/>
              <a:t>aop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pPr/>
              <a:t>46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pPr/>
              <a:t>48</a:t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714500" y="1683545"/>
            <a:ext cx="10287000" cy="3581400"/>
          </a:xfrm>
        </p:spPr>
        <p:txBody>
          <a:bodyPr anchor="b"/>
          <a:lstStyle>
            <a:lvl1pPr algn="ctr">
              <a:defRPr sz="675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714500" y="5403057"/>
            <a:ext cx="10287000" cy="2483643"/>
          </a:xfrm>
        </p:spPr>
        <p:txBody>
          <a:bodyPr/>
          <a:lstStyle>
            <a:lvl1pPr marL="0" indent="0" algn="ctr">
              <a:buNone/>
              <a:defRPr sz="2700"/>
            </a:lvl1pPr>
            <a:lvl2pPr marL="514350" indent="0" algn="ctr">
              <a:buNone/>
              <a:defRPr sz="2250"/>
            </a:lvl2pPr>
            <a:lvl3pPr marL="1028700" indent="0" algn="ctr">
              <a:buNone/>
              <a:defRPr sz="2025"/>
            </a:lvl3pPr>
            <a:lvl4pPr marL="1543050" indent="0" algn="ctr">
              <a:buNone/>
              <a:defRPr sz="1800"/>
            </a:lvl4pPr>
            <a:lvl5pPr marL="2057400" indent="0" algn="ctr">
              <a:buNone/>
              <a:defRPr sz="1800"/>
            </a:lvl5pPr>
            <a:lvl6pPr marL="2571750" indent="0" algn="ctr">
              <a:buNone/>
              <a:defRPr sz="1800"/>
            </a:lvl6pPr>
            <a:lvl7pPr marL="3086100" indent="0" algn="ctr">
              <a:buNone/>
              <a:defRPr sz="1800"/>
            </a:lvl7pPr>
            <a:lvl8pPr marL="3600450" indent="0" algn="ctr">
              <a:buNone/>
              <a:defRPr sz="1800"/>
            </a:lvl8pPr>
            <a:lvl9pPr marL="4114800" indent="0" algn="ctr">
              <a:buNone/>
              <a:defRPr sz="18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A0DB2DC-4C9A-4742-B13C-FB6460FD3503}" type="slidenum">
              <a:rPr lang="en-US" dirty="0"/>
              <a:pPr lvl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A0DB2DC-4C9A-4742-B13C-FB6460FD3503}" type="slidenum">
              <a:rPr lang="en-US" dirty="0"/>
              <a:pPr lvl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35831" y="2564607"/>
            <a:ext cx="11830050" cy="4279106"/>
          </a:xfrm>
        </p:spPr>
        <p:txBody>
          <a:bodyPr anchor="b"/>
          <a:lstStyle>
            <a:lvl1pPr>
              <a:defRPr sz="675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35831" y="6884195"/>
            <a:ext cx="11830050" cy="2250281"/>
          </a:xfrm>
        </p:spPr>
        <p:txBody>
          <a:bodyPr/>
          <a:lstStyle>
            <a:lvl1pPr marL="0" indent="0">
              <a:buNone/>
              <a:defRPr sz="2700">
                <a:solidFill>
                  <a:schemeClr val="tx1">
                    <a:tint val="75000"/>
                  </a:schemeClr>
                </a:solidFill>
              </a:defRPr>
            </a:lvl1pPr>
            <a:lvl2pPr marL="514350" indent="0">
              <a:buNone/>
              <a:defRPr sz="2250">
                <a:solidFill>
                  <a:schemeClr val="tx1">
                    <a:tint val="75000"/>
                  </a:schemeClr>
                </a:solidFill>
              </a:defRPr>
            </a:lvl2pPr>
            <a:lvl3pPr marL="1028700" indent="0">
              <a:buNone/>
              <a:defRPr sz="2025">
                <a:solidFill>
                  <a:schemeClr val="tx1">
                    <a:tint val="75000"/>
                  </a:schemeClr>
                </a:solidFill>
              </a:defRPr>
            </a:lvl3pPr>
            <a:lvl4pPr marL="154305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4pPr>
            <a:lvl5pPr marL="2057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5pPr>
            <a:lvl6pPr marL="257175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6pPr>
            <a:lvl7pPr marL="30861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7pPr>
            <a:lvl8pPr marL="360045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8pPr>
            <a:lvl9pPr marL="41148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A0DB2DC-4C9A-4742-B13C-FB6460FD3503}" type="slidenum">
              <a:rPr lang="en-US" dirty="0"/>
              <a:pPr lvl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2504" cy="4525963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54296" y="1600200"/>
            <a:ext cx="4032504" cy="4525963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A0DB2DC-4C9A-4742-B13C-FB6460FD3503}" type="slidenum">
              <a:rPr lang="en-US" dirty="0"/>
              <a:pPr lvl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44762" y="547688"/>
            <a:ext cx="11830050" cy="1988345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1335121" y="2667657"/>
            <a:ext cx="5482771" cy="1235868"/>
          </a:xfrm>
        </p:spPr>
        <p:txBody>
          <a:bodyPr anchor="ctr" anchorCtr="0"/>
          <a:lstStyle>
            <a:lvl1pPr marL="0" indent="0">
              <a:buNone/>
              <a:defRPr sz="3150"/>
            </a:lvl1pPr>
            <a:lvl2pPr marL="514350" indent="0">
              <a:buNone/>
              <a:defRPr sz="2700"/>
            </a:lvl2pPr>
            <a:lvl3pPr marL="1028700" indent="0">
              <a:buNone/>
              <a:defRPr sz="2250"/>
            </a:lvl3pPr>
            <a:lvl4pPr marL="1543050" indent="0">
              <a:buNone/>
              <a:defRPr sz="2025"/>
            </a:lvl4pPr>
            <a:lvl5pPr marL="2057400" indent="0">
              <a:buNone/>
              <a:defRPr sz="2025"/>
            </a:lvl5pPr>
            <a:lvl6pPr marL="2571750" indent="0">
              <a:buNone/>
              <a:defRPr sz="2025"/>
            </a:lvl6pPr>
            <a:lvl7pPr marL="3086100" indent="0">
              <a:buNone/>
              <a:defRPr sz="2025"/>
            </a:lvl7pPr>
            <a:lvl8pPr marL="3600450" indent="0">
              <a:buNone/>
              <a:defRPr sz="2025"/>
            </a:lvl8pPr>
            <a:lvl9pPr marL="4114800" indent="0">
              <a:buNone/>
              <a:defRPr sz="2025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1335121" y="3998069"/>
            <a:ext cx="5482771" cy="5286426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7039055" y="2667657"/>
            <a:ext cx="5509773" cy="1235868"/>
          </a:xfrm>
        </p:spPr>
        <p:txBody>
          <a:bodyPr anchor="ctr" anchorCtr="0"/>
          <a:lstStyle>
            <a:lvl1pPr marL="0" indent="0">
              <a:buNone/>
              <a:defRPr sz="3150"/>
            </a:lvl1pPr>
            <a:lvl2pPr marL="514350" indent="0">
              <a:buNone/>
              <a:defRPr sz="2700"/>
            </a:lvl2pPr>
            <a:lvl3pPr marL="1028700" indent="0">
              <a:buNone/>
              <a:defRPr sz="2250"/>
            </a:lvl3pPr>
            <a:lvl4pPr marL="1543050" indent="0">
              <a:buNone/>
              <a:defRPr sz="2025"/>
            </a:lvl4pPr>
            <a:lvl5pPr marL="2057400" indent="0">
              <a:buNone/>
              <a:defRPr sz="2025"/>
            </a:lvl5pPr>
            <a:lvl6pPr marL="2571750" indent="0">
              <a:buNone/>
              <a:defRPr sz="2025"/>
            </a:lvl6pPr>
            <a:lvl7pPr marL="3086100" indent="0">
              <a:buNone/>
              <a:defRPr sz="2025"/>
            </a:lvl7pPr>
            <a:lvl8pPr marL="3600450" indent="0">
              <a:buNone/>
              <a:defRPr sz="2025"/>
            </a:lvl8pPr>
            <a:lvl9pPr marL="4114800" indent="0">
              <a:buNone/>
              <a:defRPr sz="2025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7039055" y="3998069"/>
            <a:ext cx="5509773" cy="5286426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 dirty="0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 dirty="0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A0DB2DC-4C9A-4742-B13C-FB6460FD3503}" type="slidenum">
              <a:rPr lang="en-US" dirty="0"/>
              <a:pPr lvl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A0DB2DC-4C9A-4742-B13C-FB6460FD3503}" type="slidenum">
              <a:rPr lang="en-US" dirty="0"/>
              <a:pPr lvl="0"/>
              <a:t>‹#›</a:t>
            </a:fld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 descr="logo.png"/>
          <p:cNvPicPr>
            <a:picLocks noChangeAspect="1"/>
          </p:cNvPicPr>
          <p:nvPr userDrawn="1"/>
        </p:nvPicPr>
        <p:blipFill>
          <a:blip r:embed="rId2"/>
          <a:srcRect l="2568" t="9377" r="8807" b="18739"/>
          <a:stretch>
            <a:fillRect/>
          </a:stretch>
        </p:blipFill>
        <p:spPr>
          <a:xfrm>
            <a:off x="214266" y="214278"/>
            <a:ext cx="3071860" cy="1142984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 descr="logo.png"/>
          <p:cNvPicPr>
            <a:picLocks noChangeAspect="1"/>
          </p:cNvPicPr>
          <p:nvPr userDrawn="1"/>
        </p:nvPicPr>
        <p:blipFill>
          <a:blip r:embed="rId2"/>
          <a:srcRect l="2568" t="9377" r="8807" b="18739"/>
          <a:stretch>
            <a:fillRect/>
          </a:stretch>
        </p:blipFill>
        <p:spPr>
          <a:xfrm>
            <a:off x="10072710" y="9144016"/>
            <a:ext cx="3429002" cy="1142984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44762" y="685800"/>
            <a:ext cx="4686018" cy="2400300"/>
          </a:xfrm>
        </p:spPr>
        <p:txBody>
          <a:bodyPr anchor="b"/>
          <a:lstStyle>
            <a:lvl1pPr>
              <a:defRPr sz="36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831087" y="685802"/>
            <a:ext cx="6943725" cy="8105775"/>
          </a:xfrm>
        </p:spPr>
        <p:txBody>
          <a:bodyPr/>
          <a:lstStyle>
            <a:lvl1pPr marL="0" indent="0">
              <a:buNone/>
              <a:defRPr sz="3600"/>
            </a:lvl1pPr>
            <a:lvl2pPr marL="514350" indent="0">
              <a:buNone/>
              <a:defRPr sz="3150"/>
            </a:lvl2pPr>
            <a:lvl3pPr marL="1028700" indent="0">
              <a:buNone/>
              <a:defRPr sz="2700"/>
            </a:lvl3pPr>
            <a:lvl4pPr marL="1543050" indent="0">
              <a:buNone/>
              <a:defRPr sz="2250"/>
            </a:lvl4pPr>
            <a:lvl5pPr marL="2057400" indent="0">
              <a:buNone/>
              <a:defRPr sz="2250"/>
            </a:lvl5pPr>
            <a:lvl6pPr marL="2571750" indent="0">
              <a:buNone/>
              <a:defRPr sz="2250"/>
            </a:lvl6pPr>
            <a:lvl7pPr marL="3086100" indent="0">
              <a:buNone/>
              <a:defRPr sz="2250"/>
            </a:lvl7pPr>
            <a:lvl8pPr marL="3600450" indent="0">
              <a:buNone/>
              <a:defRPr sz="2250"/>
            </a:lvl8pPr>
            <a:lvl9pPr marL="4114800" indent="0">
              <a:buNone/>
              <a:defRPr sz="225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944762" y="3086100"/>
            <a:ext cx="4686018" cy="5717382"/>
          </a:xfrm>
        </p:spPr>
        <p:txBody>
          <a:bodyPr/>
          <a:lstStyle>
            <a:lvl1pPr marL="0" indent="0">
              <a:buNone/>
              <a:defRPr sz="2250"/>
            </a:lvl1pPr>
            <a:lvl2pPr marL="514350" indent="0">
              <a:buNone/>
              <a:defRPr sz="2025"/>
            </a:lvl2pPr>
            <a:lvl3pPr marL="1028700" indent="0">
              <a:buNone/>
              <a:defRPr sz="1800"/>
            </a:lvl3pPr>
            <a:lvl4pPr marL="1543050" indent="0">
              <a:buNone/>
              <a:defRPr sz="1575"/>
            </a:lvl4pPr>
            <a:lvl5pPr marL="2057400" indent="0">
              <a:buNone/>
              <a:defRPr sz="1575"/>
            </a:lvl5pPr>
            <a:lvl6pPr marL="2571750" indent="0">
              <a:buNone/>
              <a:defRPr sz="1575"/>
            </a:lvl6pPr>
            <a:lvl7pPr marL="3086100" indent="0">
              <a:buNone/>
              <a:defRPr sz="1575"/>
            </a:lvl7pPr>
            <a:lvl8pPr marL="3600450" indent="0">
              <a:buNone/>
              <a:defRPr sz="1575"/>
            </a:lvl8pPr>
            <a:lvl9pPr marL="4114800" indent="0">
              <a:buNone/>
              <a:defRPr sz="1575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A0DB2DC-4C9A-4742-B13C-FB6460FD3503}" type="slidenum">
              <a:rPr lang="en-US" dirty="0"/>
              <a:pPr lvl="0"/>
              <a:t>‹#›</a:t>
            </a:fld>
            <a:endParaRPr lang="en-US" dirty="0"/>
          </a:p>
        </p:txBody>
      </p:sp>
      <p:pic>
        <p:nvPicPr>
          <p:cNvPr id="8" name="图片 7" descr="logo.png"/>
          <p:cNvPicPr>
            <a:picLocks noChangeAspect="1"/>
          </p:cNvPicPr>
          <p:nvPr userDrawn="1"/>
        </p:nvPicPr>
        <p:blipFill>
          <a:blip r:embed="rId2"/>
          <a:srcRect l="2568" t="9377" r="8807" b="18739"/>
          <a:stretch>
            <a:fillRect/>
          </a:stretch>
        </p:blipFill>
        <p:spPr>
          <a:xfrm>
            <a:off x="0" y="1"/>
            <a:ext cx="3429002" cy="1142984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单击此处编辑母版标题样式</a:t>
            </a:r>
            <a:endParaRPr lang="zh-CN" altLang="en-US" dirty="0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A0DB2DC-4C9A-4742-B13C-FB6460FD3503}" type="slidenum">
              <a:rPr lang="en-US" dirty="0"/>
              <a:pPr lvl="0"/>
              <a:t>‹#›</a:t>
            </a:fld>
            <a:endParaRPr lang="en-US" dirty="0"/>
          </a:p>
        </p:txBody>
      </p:sp>
      <p:pic>
        <p:nvPicPr>
          <p:cNvPr id="8" name="图片 7" descr="logo.png"/>
          <p:cNvPicPr>
            <a:picLocks noChangeAspect="1"/>
          </p:cNvPicPr>
          <p:nvPr userDrawn="1"/>
        </p:nvPicPr>
        <p:blipFill>
          <a:blip r:embed="rId2"/>
          <a:srcRect l="2568" t="9377" r="8807" b="18739"/>
          <a:stretch>
            <a:fillRect/>
          </a:stretch>
        </p:blipFill>
        <p:spPr>
          <a:xfrm>
            <a:off x="0" y="1"/>
            <a:ext cx="3429002" cy="1142984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52930" cy="5851525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A0DB2DC-4C9A-4742-B13C-FB6460FD3503}" type="slidenum">
              <a:rPr lang="en-US" dirty="0"/>
              <a:pPr lvl="0"/>
              <a:t>‹#›</a:t>
            </a:fld>
            <a:endParaRPr lang="en-US" dirty="0"/>
          </a:p>
        </p:txBody>
      </p:sp>
      <p:pic>
        <p:nvPicPr>
          <p:cNvPr id="7" name="图片 6" descr="logo.png"/>
          <p:cNvPicPr>
            <a:picLocks noChangeAspect="1"/>
          </p:cNvPicPr>
          <p:nvPr userDrawn="1"/>
        </p:nvPicPr>
        <p:blipFill>
          <a:blip r:embed="rId2"/>
          <a:srcRect l="2568" t="9377" r="8807" b="18739"/>
          <a:stretch>
            <a:fillRect/>
          </a:stretch>
        </p:blipFill>
        <p:spPr>
          <a:xfrm>
            <a:off x="0" y="0"/>
            <a:ext cx="3429002" cy="1142984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标题 1025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lstStyle/>
          <a:p>
            <a:pPr lvl="0"/>
            <a:r>
              <a:rPr lang="en-US" altLang="zh-CN" dirty="0"/>
              <a:t>Click to edit Master title style</a:t>
            </a:r>
          </a:p>
        </p:txBody>
      </p:sp>
      <p:sp>
        <p:nvSpPr>
          <p:cNvPr id="1027" name="文本占位符 1026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lvl="0"/>
            <a:r>
              <a:rPr lang="en-US" altLang="zh-CN" dirty="0"/>
              <a:t>Click to edit Master text styles</a:t>
            </a:r>
          </a:p>
          <a:p>
            <a:pPr lvl="1"/>
            <a:r>
              <a:rPr lang="en-US" altLang="zh-CN" dirty="0"/>
              <a:t>Second level</a:t>
            </a:r>
          </a:p>
          <a:p>
            <a:pPr lvl="2"/>
            <a:r>
              <a:rPr lang="en-US" altLang="zh-CN" dirty="0"/>
              <a:t>Third level</a:t>
            </a:r>
          </a:p>
          <a:p>
            <a:pPr lvl="3"/>
            <a:r>
              <a:rPr lang="en-US" altLang="zh-CN" dirty="0"/>
              <a:t>Fourth level</a:t>
            </a:r>
          </a:p>
          <a:p>
            <a:pPr lvl="4"/>
            <a:r>
              <a:rPr lang="en-US" altLang="zh-CN" dirty="0"/>
              <a:t>Fifth level</a:t>
            </a:r>
          </a:p>
        </p:txBody>
      </p:sp>
      <p:sp>
        <p:nvSpPr>
          <p:cNvPr id="1028" name="日期占位符 1027"/>
          <p:cNvSpPr>
            <a:spLocks noGrp="1"/>
          </p:cNvSpPr>
          <p:nvPr>
            <p:ph type="dt" sz="half" idx="2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>
              <a:defRPr sz="1400"/>
            </a:lvl1pPr>
          </a:lstStyle>
          <a:p>
            <a:pPr lvl="0"/>
            <a:fld id="{BB962C8B-B14F-4D97-AF65-F5344CB8AC3E}" type="datetime1">
              <a:rPr lang="en-US" dirty="0"/>
              <a:pPr lvl="0"/>
              <a:t>2/12/2023</a:t>
            </a:fld>
            <a:endParaRPr lang="en-US" dirty="0"/>
          </a:p>
        </p:txBody>
      </p:sp>
      <p:sp>
        <p:nvSpPr>
          <p:cNvPr id="1029" name="页脚占位符 1028"/>
          <p:cNvSpPr>
            <a:spLocks noGrp="1"/>
          </p:cNvSpPr>
          <p:nvPr>
            <p:ph type="ftr" sz="quarter" idx="3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algn="ctr">
              <a:defRPr sz="1400"/>
            </a:lvl1pPr>
          </a:lstStyle>
          <a:p>
            <a:pPr lvl="0"/>
            <a:endParaRPr lang="en-US" dirty="0"/>
          </a:p>
        </p:txBody>
      </p:sp>
      <p:sp>
        <p:nvSpPr>
          <p:cNvPr id="1030" name="灯片编号占位符 1029"/>
          <p:cNvSpPr>
            <a:spLocks noGrp="1"/>
          </p:cNvSpPr>
          <p:nvPr>
            <p:ph type="sldNum" sz="quarter" idx="4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algn="r">
              <a:defRPr sz="1400"/>
            </a:lvl1pPr>
          </a:lstStyle>
          <a:p>
            <a:pPr lvl="0"/>
            <a:fld id="{9A0DB2DC-4C9A-4742-B13C-FB6460FD3503}" type="slidenum">
              <a:rPr lang="en-US" dirty="0"/>
              <a:pPr lvl="0"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marL="0" lvl="0" indent="0" algn="ctr" defTabSz="9144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4400" b="0" i="0" u="none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42900" lvl="0" indent="-342900" algn="l" defTabSz="914400" rtl="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•"/>
        <a:defRPr sz="32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742950" lvl="1" indent="-285750" algn="l" defTabSz="914400" rtl="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–"/>
        <a:defRPr sz="2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2pPr>
      <a:lvl3pPr marL="1143000" lvl="2" indent="-228600" algn="l" defTabSz="914400" rtl="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•"/>
        <a:defRPr sz="24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3pPr>
      <a:lvl4pPr marL="1600200" lvl="3" indent="-228600" algn="l" defTabSz="914400" rtl="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–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4pPr>
      <a:lvl5pPr marL="2057400" lvl="4" indent="-228600" algn="l" defTabSz="914400" rtl="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2514600" lvl="5" indent="-228600" algn="l" defTabSz="914400" rtl="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971800" lvl="6" indent="-228600" algn="l" defTabSz="914400" rtl="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3429000" lvl="7" indent="-228600" algn="l" defTabSz="914400" rtl="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3886200" lvl="8" indent="-228600" algn="l" defTabSz="914400" rtl="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lvl="0" indent="0" algn="l" defTabSz="9144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1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457200" lvl="1" indent="0" algn="l" defTabSz="914400" rtl="0" eaLnBrk="0" fontAlgn="base" latinLnBrk="0" hangingPunct="0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2pPr>
      <a:lvl3pPr marL="914400" lvl="2" indent="0" algn="l" defTabSz="914400" rtl="0" eaLnBrk="0" fontAlgn="base" latinLnBrk="0" hangingPunct="0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3pPr>
      <a:lvl4pPr marL="1371600" lvl="3" indent="0" algn="l" defTabSz="914400" rtl="0" eaLnBrk="0" fontAlgn="base" latinLnBrk="0" hangingPunct="0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4pPr>
      <a:lvl5pPr marL="1828800" lvl="4" indent="0" algn="l" defTabSz="914400" rtl="0" eaLnBrk="0" fontAlgn="base" latinLnBrk="0" hangingPunct="0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5pPr>
      <a:lvl6pPr marL="2286000" lvl="5" indent="0" algn="l" defTabSz="914400" rtl="0" eaLnBrk="0" fontAlgn="base" latinLnBrk="0" hangingPunct="0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6pPr>
      <a:lvl7pPr marL="2743200" lvl="6" indent="0" algn="l" defTabSz="914400" rtl="0" eaLnBrk="0" fontAlgn="base" latinLnBrk="0" hangingPunct="0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7pPr>
      <a:lvl8pPr marL="3200400" lvl="7" indent="0" algn="l" defTabSz="914400" rtl="0" eaLnBrk="0" fontAlgn="base" latinLnBrk="0" hangingPunct="0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8pPr>
      <a:lvl9pPr marL="3657600" lvl="8" indent="0" algn="l" defTabSz="914400" rtl="0" eaLnBrk="0" fontAlgn="base" latinLnBrk="0" hangingPunct="0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8.xml"/><Relationship Id="rId1" Type="http://schemas.openxmlformats.org/officeDocument/2006/relationships/vmlDrawing" Target="../drawings/vmlDrawing1.vml"/><Relationship Id="rId5" Type="http://schemas.openxmlformats.org/officeDocument/2006/relationships/oleObject" Target="../embeddings/oleObject1.bin"/><Relationship Id="rId4" Type="http://schemas.openxmlformats.org/officeDocument/2006/relationships/image" Target="../media/image3.wmf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8.xml"/><Relationship Id="rId1" Type="http://schemas.openxmlformats.org/officeDocument/2006/relationships/vmlDrawing" Target="../drawings/vmlDrawing2.vml"/><Relationship Id="rId5" Type="http://schemas.openxmlformats.org/officeDocument/2006/relationships/oleObject" Target="../embeddings/oleObject3.bin"/><Relationship Id="rId4" Type="http://schemas.openxmlformats.org/officeDocument/2006/relationships/oleObject" Target="../embeddings/oleObject2.bin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8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8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8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8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8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8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8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8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8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8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8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8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8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hyperlink" Target="https://tomcat.apache.org/" TargetMode="External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8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8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hyperlink" Target="http://localhost:8080/" TargetMode="External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8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8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hyperlink" Target="http://www.dict.cn/preferences" TargetMode="External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8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8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8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8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8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8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8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8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8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8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8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8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9" name="文本框 4098"/>
          <p:cNvSpPr txBox="1"/>
          <p:nvPr/>
        </p:nvSpPr>
        <p:spPr>
          <a:xfrm>
            <a:off x="928646" y="3000361"/>
            <a:ext cx="12430164" cy="1107996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lstStyle/>
          <a:p>
            <a:pPr eaLnBrk="1" hangingPunct="1"/>
            <a:r>
              <a:rPr lang="zh-CN" altLang="en-US" sz="6600" b="1" dirty="0" smtClean="0">
                <a:solidFill>
                  <a:srgbClr val="003298"/>
                </a:solidFill>
                <a:latin typeface="宋体" panose="02010600030101010101" pitchFamily="2" charset="-122"/>
              </a:rPr>
              <a:t>第一章 </a:t>
            </a:r>
            <a:r>
              <a:rPr lang="en-US" altLang="zh-CN" sz="6600" b="1" dirty="0" smtClean="0">
                <a:solidFill>
                  <a:srgbClr val="003298"/>
                </a:solidFill>
              </a:rPr>
              <a:t>Java Web</a:t>
            </a:r>
            <a:r>
              <a:rPr lang="zh-CN" altLang="en-US" sz="6600" b="1" dirty="0" smtClean="0">
                <a:solidFill>
                  <a:srgbClr val="003298"/>
                </a:solidFill>
                <a:latin typeface="宋体" panose="02010600030101010101" pitchFamily="2" charset="-122"/>
              </a:rPr>
              <a:t>系统开发概述 </a:t>
            </a:r>
            <a:endParaRPr lang="zh-CN" altLang="en-US" sz="6600" b="1" dirty="0">
              <a:solidFill>
                <a:srgbClr val="003298"/>
              </a:solidFill>
              <a:latin typeface="宋体" panose="02010600030101010101" pitchFamily="2" charset="-122"/>
            </a:endParaRPr>
          </a:p>
        </p:txBody>
      </p:sp>
      <p:sp>
        <p:nvSpPr>
          <p:cNvPr id="4104" name="文本框 4103"/>
          <p:cNvSpPr txBox="1"/>
          <p:nvPr/>
        </p:nvSpPr>
        <p:spPr>
          <a:xfrm>
            <a:off x="11582400" y="3886200"/>
            <a:ext cx="838200" cy="83820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pPr eaLnBrk="1" hangingPunct="1"/>
            <a:r>
              <a:rPr lang="en-US" altLang="zh-CN" sz="6600">
                <a:solidFill>
                  <a:srgbClr val="003298"/>
                </a:solidFill>
                <a:latin typeface="Arial" panose="020B0604020202020204" pitchFamily="34" charset="0"/>
              </a:rPr>
              <a:t>  </a:t>
            </a:r>
          </a:p>
          <a:p>
            <a:pPr eaLnBrk="1" hangingPunct="1"/>
            <a:endParaRPr lang="en-US" altLang="zh-CN" sz="6600">
              <a:solidFill>
                <a:srgbClr val="003298"/>
              </a:solidFill>
              <a:latin typeface="Arial" panose="020B0604020202020204" pitchFamily="34" charset="0"/>
            </a:endParaRPr>
          </a:p>
        </p:txBody>
      </p:sp>
      <p:sp>
        <p:nvSpPr>
          <p:cNvPr id="4106" name="文本框 4105"/>
          <p:cNvSpPr txBox="1"/>
          <p:nvPr/>
        </p:nvSpPr>
        <p:spPr>
          <a:xfrm>
            <a:off x="7772400" y="5969000"/>
            <a:ext cx="546100" cy="60960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pPr eaLnBrk="1" hangingPunct="1"/>
            <a:r>
              <a:rPr lang="en-US" altLang="zh-CN" sz="4800">
                <a:solidFill>
                  <a:srgbClr val="007977"/>
                </a:solidFill>
                <a:latin typeface="Arial" panose="020B0604020202020204" pitchFamily="34" charset="0"/>
              </a:rPr>
              <a:t> </a:t>
            </a:r>
          </a:p>
          <a:p>
            <a:pPr eaLnBrk="1" hangingPunct="1"/>
            <a:endParaRPr lang="en-US" altLang="zh-CN" sz="4800">
              <a:solidFill>
                <a:srgbClr val="007977"/>
              </a:solidFill>
              <a:latin typeface="Arial" panose="020B0604020202020204" pitchFamily="34" charset="0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3286100" y="5643566"/>
            <a:ext cx="7143800" cy="25545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eaLnBrk="1" hangingPunct="1"/>
            <a:r>
              <a:rPr lang="zh-CN" altLang="en-US" sz="4000" b="1" dirty="0" smtClean="0">
                <a:solidFill>
                  <a:srgbClr val="003298"/>
                </a:solidFill>
                <a:latin typeface="华文楷体" pitchFamily="2" charset="-122"/>
                <a:ea typeface="华文楷体" pitchFamily="2" charset="-122"/>
              </a:rPr>
              <a:t>贺 玉 珍</a:t>
            </a:r>
          </a:p>
          <a:p>
            <a:pPr algn="ctr" eaLnBrk="1" hangingPunct="1"/>
            <a:endParaRPr lang="zh-CN" altLang="en-US" sz="4000" b="1" dirty="0" smtClean="0">
              <a:solidFill>
                <a:srgbClr val="003298"/>
              </a:solidFill>
              <a:latin typeface="华文楷体" pitchFamily="2" charset="-122"/>
              <a:ea typeface="华文楷体" pitchFamily="2" charset="-122"/>
            </a:endParaRPr>
          </a:p>
          <a:p>
            <a:pPr algn="ctr" eaLnBrk="1" hangingPunct="1"/>
            <a:r>
              <a:rPr lang="zh-CN" altLang="en-US" sz="4000" b="1" dirty="0" smtClean="0">
                <a:solidFill>
                  <a:srgbClr val="003298"/>
                </a:solidFill>
                <a:latin typeface="华文楷体" pitchFamily="2" charset="-122"/>
                <a:ea typeface="华文楷体" pitchFamily="2" charset="-122"/>
              </a:rPr>
              <a:t>数学</a:t>
            </a:r>
            <a:r>
              <a:rPr lang="zh-CN" altLang="en-US" sz="4000" b="1" dirty="0" smtClean="0">
                <a:solidFill>
                  <a:srgbClr val="003298"/>
                </a:solidFill>
                <a:latin typeface="华文楷体" pitchFamily="2" charset="-122"/>
                <a:ea typeface="华文楷体" pitchFamily="2" charset="-122"/>
              </a:rPr>
              <a:t>与信息技术学院</a:t>
            </a:r>
          </a:p>
          <a:p>
            <a:pPr algn="ctr" eaLnBrk="1" hangingPunct="1"/>
            <a:r>
              <a:rPr lang="en-US" altLang="zh-CN" sz="4000" b="1" dirty="0" smtClean="0">
                <a:solidFill>
                  <a:srgbClr val="003298"/>
                </a:solidFill>
                <a:latin typeface="华文楷体" pitchFamily="2" charset="-122"/>
                <a:ea typeface="华文楷体" pitchFamily="2" charset="-122"/>
              </a:rPr>
              <a:t>hyzhen@qq.com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50" name="文本框 6149"/>
          <p:cNvSpPr txBox="1"/>
          <p:nvPr/>
        </p:nvSpPr>
        <p:spPr>
          <a:xfrm>
            <a:off x="7658100" y="101600"/>
            <a:ext cx="723900" cy="35560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pPr eaLnBrk="1" hangingPunct="1"/>
            <a:r>
              <a:rPr lang="zh-CN" altLang="en-US" sz="2700">
                <a:solidFill>
                  <a:srgbClr val="007977"/>
                </a:solidFill>
                <a:latin typeface="宋体" panose="02010600030101010101" pitchFamily="2" charset="-122"/>
              </a:rPr>
              <a:t>）</a:t>
            </a:r>
          </a:p>
        </p:txBody>
      </p:sp>
      <p:sp>
        <p:nvSpPr>
          <p:cNvPr id="6151" name="文本框 6150"/>
          <p:cNvSpPr txBox="1"/>
          <p:nvPr/>
        </p:nvSpPr>
        <p:spPr>
          <a:xfrm>
            <a:off x="8001000" y="101600"/>
            <a:ext cx="469900" cy="35560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pPr eaLnBrk="1" hangingPunct="1"/>
            <a:r>
              <a:rPr lang="en-US" altLang="zh-CN" sz="2700">
                <a:solidFill>
                  <a:srgbClr val="007977"/>
                </a:solidFill>
                <a:latin typeface="Arial" panose="020B0604020202020204" pitchFamily="34" charset="0"/>
              </a:rPr>
              <a:t> </a:t>
            </a:r>
          </a:p>
          <a:p>
            <a:pPr eaLnBrk="1" hangingPunct="1"/>
            <a:endParaRPr lang="en-US" altLang="zh-CN" sz="2700">
              <a:solidFill>
                <a:srgbClr val="007977"/>
              </a:solidFill>
              <a:latin typeface="Arial" panose="020B0604020202020204" pitchFamily="34" charset="0"/>
            </a:endParaRPr>
          </a:p>
        </p:txBody>
      </p:sp>
      <p:sp>
        <p:nvSpPr>
          <p:cNvPr id="6153" name="文本框 6152"/>
          <p:cNvSpPr txBox="1"/>
          <p:nvPr/>
        </p:nvSpPr>
        <p:spPr>
          <a:xfrm>
            <a:off x="5168900" y="1358900"/>
            <a:ext cx="5975380" cy="1107996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lstStyle/>
          <a:p>
            <a:pPr eaLnBrk="1" hangingPunct="1"/>
            <a:r>
              <a:rPr lang="zh-CN" altLang="en-US" sz="6600" b="1" dirty="0" smtClean="0">
                <a:solidFill>
                  <a:srgbClr val="003298"/>
                </a:solidFill>
                <a:latin typeface="宋体" panose="02010600030101010101" pitchFamily="2" charset="-122"/>
              </a:rPr>
              <a:t>主 要 内 容</a:t>
            </a:r>
            <a:endParaRPr lang="zh-CN" altLang="en-US" sz="6600" b="1" dirty="0">
              <a:solidFill>
                <a:srgbClr val="003298"/>
              </a:solidFill>
              <a:latin typeface="宋体" panose="02010600030101010101" pitchFamily="2" charset="-122"/>
            </a:endParaRPr>
          </a:p>
        </p:txBody>
      </p:sp>
      <p:sp>
        <p:nvSpPr>
          <p:cNvPr id="6155" name="文本框 6154"/>
          <p:cNvSpPr txBox="1"/>
          <p:nvPr/>
        </p:nvSpPr>
        <p:spPr>
          <a:xfrm>
            <a:off x="584200" y="3111500"/>
            <a:ext cx="787400" cy="49530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pPr eaLnBrk="1" hangingPunct="1"/>
            <a:r>
              <a:rPr lang="en-US" altLang="zh-CN" sz="3600">
                <a:solidFill>
                  <a:srgbClr val="DC5800"/>
                </a:solidFill>
                <a:latin typeface="Wingdings" panose="05000000000000000000" pitchFamily="34" charset="0"/>
              </a:rPr>
              <a:t></a:t>
            </a:r>
          </a:p>
        </p:txBody>
      </p:sp>
      <p:sp>
        <p:nvSpPr>
          <p:cNvPr id="6156" name="文本框 6155"/>
          <p:cNvSpPr txBox="1"/>
          <p:nvPr/>
        </p:nvSpPr>
        <p:spPr>
          <a:xfrm>
            <a:off x="1092200" y="2971800"/>
            <a:ext cx="8694758" cy="830997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lstStyle/>
          <a:p>
            <a:pPr eaLnBrk="1" hangingPunct="1"/>
            <a:r>
              <a:rPr lang="en-US" altLang="zh-CN" sz="4800" b="1" dirty="0" smtClean="0">
                <a:latin typeface="宋体" panose="02010600030101010101" pitchFamily="2" charset="-122"/>
              </a:rPr>
              <a:t>1.1 </a:t>
            </a:r>
            <a:r>
              <a:rPr lang="zh-CN" altLang="en-US" sz="4800" b="1" dirty="0" smtClean="0">
                <a:latin typeface="宋体" panose="02010600030101010101" pitchFamily="2" charset="-122"/>
              </a:rPr>
              <a:t>认识</a:t>
            </a:r>
            <a:r>
              <a:rPr lang="en-US" altLang="zh-CN" sz="4800" b="1" dirty="0" smtClean="0"/>
              <a:t>Web</a:t>
            </a:r>
            <a:r>
              <a:rPr lang="zh-CN" altLang="en-US" sz="4800" b="1" dirty="0" smtClean="0">
                <a:latin typeface="宋体" panose="02010600030101010101" pitchFamily="2" charset="-122"/>
              </a:rPr>
              <a:t>应用</a:t>
            </a:r>
            <a:endParaRPr lang="zh-CN" altLang="en-US" sz="4800" b="1" dirty="0">
              <a:latin typeface="宋体" panose="02010600030101010101" pitchFamily="2" charset="-122"/>
            </a:endParaRPr>
          </a:p>
        </p:txBody>
      </p:sp>
      <p:sp>
        <p:nvSpPr>
          <p:cNvPr id="6159" name="文本框 6158"/>
          <p:cNvSpPr txBox="1"/>
          <p:nvPr/>
        </p:nvSpPr>
        <p:spPr>
          <a:xfrm>
            <a:off x="5397500" y="2971800"/>
            <a:ext cx="546100" cy="67310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pPr eaLnBrk="1" hangingPunct="1"/>
            <a:r>
              <a:rPr lang="en-US" altLang="zh-CN" sz="4800">
                <a:solidFill>
                  <a:srgbClr val="007977"/>
                </a:solidFill>
                <a:latin typeface="Arial" panose="020B0604020202020204" pitchFamily="34" charset="0"/>
              </a:rPr>
              <a:t> </a:t>
            </a:r>
          </a:p>
        </p:txBody>
      </p:sp>
      <p:sp>
        <p:nvSpPr>
          <p:cNvPr id="6160" name="文本框 6159"/>
          <p:cNvSpPr txBox="1"/>
          <p:nvPr/>
        </p:nvSpPr>
        <p:spPr>
          <a:xfrm>
            <a:off x="584200" y="3987800"/>
            <a:ext cx="787400" cy="49530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pPr eaLnBrk="1" hangingPunct="1"/>
            <a:r>
              <a:rPr lang="en-US" altLang="zh-CN" sz="3600" dirty="0">
                <a:solidFill>
                  <a:srgbClr val="DC5800"/>
                </a:solidFill>
                <a:latin typeface="Wingdings" panose="05000000000000000000" pitchFamily="34" charset="0"/>
              </a:rPr>
              <a:t></a:t>
            </a:r>
          </a:p>
        </p:txBody>
      </p:sp>
      <p:sp>
        <p:nvSpPr>
          <p:cNvPr id="6161" name="文本框 6160"/>
          <p:cNvSpPr txBox="1"/>
          <p:nvPr/>
        </p:nvSpPr>
        <p:spPr>
          <a:xfrm>
            <a:off x="1092200" y="3848100"/>
            <a:ext cx="7623188" cy="830997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lstStyle/>
          <a:p>
            <a:pPr eaLnBrk="1" hangingPunct="1"/>
            <a:r>
              <a:rPr lang="en-US" altLang="zh-CN" sz="4800" b="1" dirty="0" smtClean="0">
                <a:latin typeface="宋体" panose="02010600030101010101" pitchFamily="2" charset="-122"/>
              </a:rPr>
              <a:t>1.2 J</a:t>
            </a:r>
            <a:r>
              <a:rPr lang="en-US" altLang="zh-CN" sz="4800" b="1" dirty="0" smtClean="0">
                <a:latin typeface="Arial" panose="020B0604020202020204" pitchFamily="34" charset="0"/>
              </a:rPr>
              <a:t>ava Web</a:t>
            </a:r>
            <a:r>
              <a:rPr lang="zh-CN" altLang="en-US" sz="4800" b="1" dirty="0" smtClean="0">
                <a:latin typeface="宋体" panose="02010600030101010101" pitchFamily="2" charset="-122"/>
              </a:rPr>
              <a:t>应用概述</a:t>
            </a:r>
            <a:endParaRPr lang="en-US" altLang="zh-CN" sz="4800" b="1" dirty="0">
              <a:latin typeface="Arial" panose="020B0604020202020204" pitchFamily="34" charset="0"/>
            </a:endParaRPr>
          </a:p>
        </p:txBody>
      </p:sp>
      <p:sp>
        <p:nvSpPr>
          <p:cNvPr id="6163" name="文本框 6162"/>
          <p:cNvSpPr txBox="1"/>
          <p:nvPr/>
        </p:nvSpPr>
        <p:spPr>
          <a:xfrm>
            <a:off x="6858000" y="3848100"/>
            <a:ext cx="546100" cy="67310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pPr eaLnBrk="1" hangingPunct="1"/>
            <a:r>
              <a:rPr lang="en-US" altLang="zh-CN" sz="4800">
                <a:solidFill>
                  <a:srgbClr val="007977"/>
                </a:solidFill>
                <a:latin typeface="Arial" panose="020B0604020202020204" pitchFamily="34" charset="0"/>
              </a:rPr>
              <a:t> </a:t>
            </a:r>
          </a:p>
        </p:txBody>
      </p:sp>
      <p:sp>
        <p:nvSpPr>
          <p:cNvPr id="6164" name="文本框 6163"/>
          <p:cNvSpPr txBox="1"/>
          <p:nvPr/>
        </p:nvSpPr>
        <p:spPr>
          <a:xfrm>
            <a:off x="584200" y="4864100"/>
            <a:ext cx="787400" cy="49530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pPr eaLnBrk="1" hangingPunct="1"/>
            <a:r>
              <a:rPr lang="en-US" altLang="zh-CN" sz="3600">
                <a:solidFill>
                  <a:srgbClr val="DC5800"/>
                </a:solidFill>
                <a:latin typeface="Wingdings" panose="05000000000000000000" pitchFamily="34" charset="0"/>
              </a:rPr>
              <a:t></a:t>
            </a:r>
          </a:p>
        </p:txBody>
      </p:sp>
      <p:sp>
        <p:nvSpPr>
          <p:cNvPr id="6165" name="文本框 6164"/>
          <p:cNvSpPr txBox="1"/>
          <p:nvPr/>
        </p:nvSpPr>
        <p:spPr>
          <a:xfrm>
            <a:off x="1092200" y="4724400"/>
            <a:ext cx="10409270" cy="830997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lstStyle/>
          <a:p>
            <a:pPr eaLnBrk="1" hangingPunct="1"/>
            <a:r>
              <a:rPr lang="en-US" altLang="zh-CN" sz="4800" b="1" dirty="0" smtClean="0">
                <a:latin typeface="宋体" panose="02010600030101010101" pitchFamily="2" charset="-122"/>
              </a:rPr>
              <a:t>1.3 </a:t>
            </a:r>
            <a:r>
              <a:rPr lang="zh-CN" altLang="en-US" sz="4800" b="1" dirty="0" smtClean="0">
                <a:latin typeface="宋体" panose="02010600030101010101" pitchFamily="2" charset="-122"/>
              </a:rPr>
              <a:t>运行</a:t>
            </a:r>
            <a:r>
              <a:rPr lang="zh-CN" altLang="en-US" sz="4800" b="1" dirty="0">
                <a:latin typeface="宋体" panose="02010600030101010101" pitchFamily="2" charset="-122"/>
              </a:rPr>
              <a:t>环境和开发环境</a:t>
            </a:r>
          </a:p>
        </p:txBody>
      </p:sp>
      <p:sp>
        <p:nvSpPr>
          <p:cNvPr id="6166" name="文本框 6165"/>
          <p:cNvSpPr txBox="1"/>
          <p:nvPr/>
        </p:nvSpPr>
        <p:spPr>
          <a:xfrm>
            <a:off x="6591300" y="4724400"/>
            <a:ext cx="546100" cy="67310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pPr eaLnBrk="1" hangingPunct="1"/>
            <a:r>
              <a:rPr lang="en-US" altLang="zh-CN" sz="4800">
                <a:solidFill>
                  <a:srgbClr val="007977"/>
                </a:solidFill>
                <a:latin typeface="Arial" panose="020B0604020202020204" pitchFamily="34" charset="0"/>
              </a:rPr>
              <a:t> </a:t>
            </a:r>
          </a:p>
        </p:txBody>
      </p:sp>
      <p:sp>
        <p:nvSpPr>
          <p:cNvPr id="6167" name="文本框 6166"/>
          <p:cNvSpPr txBox="1"/>
          <p:nvPr/>
        </p:nvSpPr>
        <p:spPr>
          <a:xfrm>
            <a:off x="584200" y="5740400"/>
            <a:ext cx="787400" cy="49530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pPr eaLnBrk="1" hangingPunct="1"/>
            <a:r>
              <a:rPr lang="en-US" altLang="zh-CN" sz="3600" dirty="0">
                <a:solidFill>
                  <a:srgbClr val="DC5800"/>
                </a:solidFill>
                <a:latin typeface="Wingdings" panose="05000000000000000000" pitchFamily="34" charset="0"/>
              </a:rPr>
              <a:t></a:t>
            </a:r>
          </a:p>
        </p:txBody>
      </p:sp>
      <p:sp>
        <p:nvSpPr>
          <p:cNvPr id="6168" name="文本框 6167"/>
          <p:cNvSpPr txBox="1"/>
          <p:nvPr/>
        </p:nvSpPr>
        <p:spPr>
          <a:xfrm>
            <a:off x="1142960" y="5572128"/>
            <a:ext cx="6122990" cy="830997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lstStyle/>
          <a:p>
            <a:pPr eaLnBrk="1" hangingPunct="1"/>
            <a:r>
              <a:rPr lang="en-US" altLang="zh-CN" sz="4800" b="1" dirty="0" smtClean="0">
                <a:latin typeface="宋体" panose="02010600030101010101" pitchFamily="2" charset="-122"/>
              </a:rPr>
              <a:t>1.4 </a:t>
            </a:r>
            <a:r>
              <a:rPr lang="zh-CN" altLang="en-US" sz="4800" b="1" dirty="0" smtClean="0">
                <a:latin typeface="宋体" panose="02010600030101010101" pitchFamily="2" charset="-122"/>
              </a:rPr>
              <a:t>发展</a:t>
            </a:r>
            <a:r>
              <a:rPr lang="zh-CN" altLang="en-US" sz="4800" b="1" dirty="0">
                <a:latin typeface="宋体" panose="02010600030101010101" pitchFamily="2" charset="-122"/>
              </a:rPr>
              <a:t>历史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4" name="文本框 7173"/>
          <p:cNvSpPr txBox="1"/>
          <p:nvPr/>
        </p:nvSpPr>
        <p:spPr>
          <a:xfrm>
            <a:off x="7658100" y="101600"/>
            <a:ext cx="723900" cy="35560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pPr eaLnBrk="1" hangingPunct="1"/>
            <a:r>
              <a:rPr lang="zh-CN" altLang="en-US" sz="2700">
                <a:solidFill>
                  <a:srgbClr val="007977"/>
                </a:solidFill>
                <a:latin typeface="宋体" panose="02010600030101010101" pitchFamily="2" charset="-122"/>
              </a:rPr>
              <a:t>）</a:t>
            </a:r>
          </a:p>
        </p:txBody>
      </p:sp>
      <p:sp>
        <p:nvSpPr>
          <p:cNvPr id="7175" name="文本框 7174"/>
          <p:cNvSpPr txBox="1"/>
          <p:nvPr/>
        </p:nvSpPr>
        <p:spPr>
          <a:xfrm>
            <a:off x="8001000" y="101600"/>
            <a:ext cx="469900" cy="35560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pPr eaLnBrk="1" hangingPunct="1"/>
            <a:r>
              <a:rPr lang="en-US" altLang="zh-CN" sz="2700">
                <a:solidFill>
                  <a:srgbClr val="007977"/>
                </a:solidFill>
                <a:latin typeface="Arial" panose="020B0604020202020204" pitchFamily="34" charset="0"/>
              </a:rPr>
              <a:t> </a:t>
            </a:r>
          </a:p>
          <a:p>
            <a:pPr eaLnBrk="1" hangingPunct="1"/>
            <a:endParaRPr lang="en-US" altLang="zh-CN" sz="2700">
              <a:solidFill>
                <a:srgbClr val="007977"/>
              </a:solidFill>
              <a:latin typeface="Arial" panose="020B0604020202020204" pitchFamily="34" charset="0"/>
            </a:endParaRPr>
          </a:p>
        </p:txBody>
      </p:sp>
      <p:sp>
        <p:nvSpPr>
          <p:cNvPr id="7178" name="文本框 7177"/>
          <p:cNvSpPr txBox="1"/>
          <p:nvPr/>
        </p:nvSpPr>
        <p:spPr>
          <a:xfrm>
            <a:off x="3286100" y="857220"/>
            <a:ext cx="7627978" cy="1107996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lstStyle/>
          <a:p>
            <a:pPr algn="ctr" eaLnBrk="1" hangingPunct="1"/>
            <a:r>
              <a:rPr lang="en-US" altLang="zh-CN" sz="6600" dirty="0" smtClean="0">
                <a:solidFill>
                  <a:srgbClr val="003298"/>
                </a:solidFill>
              </a:rPr>
              <a:t>1.1</a:t>
            </a:r>
            <a:r>
              <a:rPr lang="zh-CN" altLang="en-US" sz="6600" dirty="0" smtClean="0">
                <a:solidFill>
                  <a:srgbClr val="003298"/>
                </a:solidFill>
                <a:latin typeface="宋体" panose="02010600030101010101" pitchFamily="2" charset="-122"/>
              </a:rPr>
              <a:t>认识</a:t>
            </a:r>
            <a:r>
              <a:rPr lang="en-US" altLang="zh-CN" sz="6600" dirty="0" smtClean="0">
                <a:solidFill>
                  <a:srgbClr val="003298"/>
                </a:solidFill>
              </a:rPr>
              <a:t>Web</a:t>
            </a:r>
            <a:r>
              <a:rPr lang="zh-CN" altLang="en-US" sz="6600" dirty="0" smtClean="0">
                <a:solidFill>
                  <a:srgbClr val="003298"/>
                </a:solidFill>
                <a:latin typeface="宋体" panose="02010600030101010101" pitchFamily="2" charset="-122"/>
              </a:rPr>
              <a:t>应用</a:t>
            </a:r>
            <a:endParaRPr lang="zh-CN" altLang="en-US" sz="6600" dirty="0">
              <a:solidFill>
                <a:srgbClr val="003298"/>
              </a:solidFill>
              <a:latin typeface="宋体" panose="02010600030101010101" pitchFamily="2" charset="-122"/>
            </a:endParaRPr>
          </a:p>
        </p:txBody>
      </p:sp>
      <p:sp>
        <p:nvSpPr>
          <p:cNvPr id="7181" name="文本框 7180"/>
          <p:cNvSpPr txBox="1"/>
          <p:nvPr/>
        </p:nvSpPr>
        <p:spPr>
          <a:xfrm>
            <a:off x="10096500" y="1358900"/>
            <a:ext cx="609600" cy="88900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pPr eaLnBrk="1" hangingPunct="1"/>
            <a:r>
              <a:rPr lang="en-US" altLang="zh-CN" sz="6600">
                <a:solidFill>
                  <a:srgbClr val="003298"/>
                </a:solidFill>
                <a:latin typeface="Arial" panose="020B0604020202020204" pitchFamily="34" charset="0"/>
              </a:rPr>
              <a:t> </a:t>
            </a:r>
          </a:p>
          <a:p>
            <a:pPr eaLnBrk="1" hangingPunct="1"/>
            <a:endParaRPr lang="en-US" altLang="zh-CN" sz="6600">
              <a:solidFill>
                <a:srgbClr val="003298"/>
              </a:solidFill>
              <a:latin typeface="Arial" panose="020B0604020202020204" pitchFamily="34" charset="0"/>
            </a:endParaRPr>
          </a:p>
        </p:txBody>
      </p:sp>
      <p:sp>
        <p:nvSpPr>
          <p:cNvPr id="7183" name="文本框 7182"/>
          <p:cNvSpPr txBox="1"/>
          <p:nvPr/>
        </p:nvSpPr>
        <p:spPr>
          <a:xfrm>
            <a:off x="1092200" y="2285980"/>
            <a:ext cx="12623800" cy="6717223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lstStyle/>
          <a:p>
            <a:pPr eaLnBrk="1" hangingPunct="1">
              <a:lnSpc>
                <a:spcPct val="150000"/>
              </a:lnSpc>
              <a:buFont typeface="Wingdings" pitchFamily="2" charset="2"/>
              <a:buChar char="u"/>
            </a:pPr>
            <a:r>
              <a:rPr lang="en-US" altLang="zh-CN" sz="4100" dirty="0" smtClean="0">
                <a:latin typeface="Arial" panose="020B0604020202020204" pitchFamily="34" charset="0"/>
              </a:rPr>
              <a:t> </a:t>
            </a:r>
            <a:r>
              <a:rPr lang="zh-CN" altLang="en-US" sz="4100" dirty="0" smtClean="0">
                <a:latin typeface="Arial" panose="020B0604020202020204" pitchFamily="34" charset="0"/>
              </a:rPr>
              <a:t>网络程序开发体系结构</a:t>
            </a:r>
            <a:endParaRPr lang="en-US" altLang="zh-CN" sz="4100" dirty="0" smtClean="0">
              <a:latin typeface="Arial" panose="020B0604020202020204" pitchFamily="34" charset="0"/>
            </a:endParaRPr>
          </a:p>
          <a:p>
            <a:pPr eaLnBrk="1" hangingPunct="1">
              <a:lnSpc>
                <a:spcPct val="150000"/>
              </a:lnSpc>
              <a:buFont typeface="Wingdings" pitchFamily="2" charset="2"/>
              <a:buChar char="u"/>
            </a:pPr>
            <a:r>
              <a:rPr lang="en-US" altLang="zh-CN" sz="4100" dirty="0" smtClean="0">
                <a:latin typeface="Arial" panose="020B0604020202020204" pitchFamily="34" charset="0"/>
              </a:rPr>
              <a:t>Web</a:t>
            </a:r>
            <a:r>
              <a:rPr lang="zh-CN" altLang="en-US" sz="4100" dirty="0" smtClean="0">
                <a:latin typeface="Arial" panose="020B0604020202020204" pitchFamily="34" charset="0"/>
              </a:rPr>
              <a:t>简介</a:t>
            </a:r>
            <a:endParaRPr lang="en-US" altLang="zh-CN" sz="4100" dirty="0" smtClean="0">
              <a:latin typeface="Arial" panose="020B0604020202020204" pitchFamily="34" charset="0"/>
            </a:endParaRPr>
          </a:p>
          <a:p>
            <a:pPr eaLnBrk="1" hangingPunct="1">
              <a:lnSpc>
                <a:spcPct val="150000"/>
              </a:lnSpc>
              <a:buFont typeface="Wingdings" pitchFamily="2" charset="2"/>
              <a:buChar char="u"/>
            </a:pPr>
            <a:r>
              <a:rPr lang="en-US" altLang="zh-CN" sz="4100" dirty="0" smtClean="0"/>
              <a:t> Web</a:t>
            </a:r>
            <a:r>
              <a:rPr lang="zh-CN" altLang="en-US" sz="4100" dirty="0" smtClean="0">
                <a:latin typeface="宋体" panose="02010600030101010101" pitchFamily="2" charset="-122"/>
              </a:rPr>
              <a:t>应用运行过程</a:t>
            </a:r>
            <a:endParaRPr lang="en-US" altLang="zh-CN" sz="4100" dirty="0" smtClean="0">
              <a:latin typeface="宋体" panose="02010600030101010101" pitchFamily="2" charset="-122"/>
            </a:endParaRPr>
          </a:p>
          <a:p>
            <a:pPr eaLnBrk="1" hangingPunct="1">
              <a:lnSpc>
                <a:spcPct val="150000"/>
              </a:lnSpc>
              <a:buFont typeface="Wingdings" pitchFamily="2" charset="2"/>
              <a:buChar char="u"/>
            </a:pPr>
            <a:r>
              <a:rPr lang="zh-CN" altLang="en-US" sz="4100" dirty="0" smtClean="0">
                <a:latin typeface="宋体" panose="02010600030101010101" pitchFamily="2" charset="-122"/>
              </a:rPr>
              <a:t>运行环境支持</a:t>
            </a:r>
            <a:endParaRPr lang="en-US" altLang="zh-CN" sz="4100" dirty="0" smtClean="0">
              <a:latin typeface="宋体" panose="02010600030101010101" pitchFamily="2" charset="-122"/>
            </a:endParaRPr>
          </a:p>
          <a:p>
            <a:pPr eaLnBrk="1" hangingPunct="1">
              <a:lnSpc>
                <a:spcPct val="150000"/>
              </a:lnSpc>
              <a:buFont typeface="Wingdings" pitchFamily="2" charset="2"/>
              <a:buChar char="u"/>
            </a:pPr>
            <a:r>
              <a:rPr lang="en-US" altLang="zh-CN" sz="4100" dirty="0" smtClean="0"/>
              <a:t> HTTP</a:t>
            </a:r>
            <a:r>
              <a:rPr lang="zh-CN" altLang="en-US" sz="4100" dirty="0" smtClean="0"/>
              <a:t>协议</a:t>
            </a:r>
            <a:endParaRPr lang="en-US" altLang="zh-CN" sz="4100" dirty="0" smtClean="0"/>
          </a:p>
          <a:p>
            <a:pPr eaLnBrk="1" hangingPunct="1">
              <a:lnSpc>
                <a:spcPct val="150000"/>
              </a:lnSpc>
              <a:buFont typeface="Wingdings" pitchFamily="2" charset="2"/>
              <a:buChar char="u"/>
            </a:pPr>
            <a:r>
              <a:rPr lang="en-US" altLang="zh-CN" sz="4100" dirty="0" smtClean="0"/>
              <a:t> </a:t>
            </a:r>
            <a:r>
              <a:rPr lang="en-US" sz="4100" dirty="0" smtClean="0"/>
              <a:t> URL</a:t>
            </a:r>
          </a:p>
          <a:p>
            <a:pPr eaLnBrk="1" hangingPunct="1">
              <a:lnSpc>
                <a:spcPct val="150000"/>
              </a:lnSpc>
              <a:buFont typeface="Wingdings" pitchFamily="2" charset="2"/>
              <a:buChar char="u"/>
            </a:pPr>
            <a:r>
              <a:rPr lang="zh-CN" altLang="en-US" sz="4100" dirty="0" smtClean="0">
                <a:ea typeface="宋体" panose="02010600030101010101" pitchFamily="2" charset="-122"/>
              </a:rPr>
              <a:t> 主要技术</a:t>
            </a:r>
            <a:endParaRPr lang="en-US" altLang="zh-CN" sz="4100" dirty="0">
              <a:latin typeface="Arial" panose="020B0604020202020204" pitchFamily="34" charset="0"/>
            </a:endParaRPr>
          </a:p>
        </p:txBody>
      </p:sp>
      <p:sp>
        <p:nvSpPr>
          <p:cNvPr id="7185" name="文本框 7184"/>
          <p:cNvSpPr txBox="1"/>
          <p:nvPr/>
        </p:nvSpPr>
        <p:spPr>
          <a:xfrm>
            <a:off x="6718300" y="2959100"/>
            <a:ext cx="520700" cy="58420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pPr eaLnBrk="1" hangingPunct="1"/>
            <a:r>
              <a:rPr lang="en-US" altLang="zh-CN" sz="4100">
                <a:solidFill>
                  <a:srgbClr val="007977"/>
                </a:solidFill>
                <a:latin typeface="Arial" panose="020B0604020202020204" pitchFamily="34" charset="0"/>
              </a:rPr>
              <a:t> </a:t>
            </a:r>
          </a:p>
        </p:txBody>
      </p:sp>
      <p:sp>
        <p:nvSpPr>
          <p:cNvPr id="7189" name="文本框 7188"/>
          <p:cNvSpPr txBox="1"/>
          <p:nvPr/>
        </p:nvSpPr>
        <p:spPr>
          <a:xfrm>
            <a:off x="6718300" y="3733800"/>
            <a:ext cx="520700" cy="58420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pPr eaLnBrk="1" hangingPunct="1"/>
            <a:r>
              <a:rPr lang="en-US" altLang="zh-CN" sz="4100">
                <a:solidFill>
                  <a:srgbClr val="007977"/>
                </a:solidFill>
                <a:latin typeface="Arial" panose="020B0604020202020204" pitchFamily="34" charset="0"/>
              </a:rPr>
              <a:t> </a:t>
            </a:r>
          </a:p>
        </p:txBody>
      </p:sp>
      <p:sp>
        <p:nvSpPr>
          <p:cNvPr id="7193" name="文本框 7192"/>
          <p:cNvSpPr txBox="1"/>
          <p:nvPr/>
        </p:nvSpPr>
        <p:spPr>
          <a:xfrm>
            <a:off x="5486400" y="4495800"/>
            <a:ext cx="520700" cy="58420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pPr eaLnBrk="1" hangingPunct="1"/>
            <a:r>
              <a:rPr lang="en-US" altLang="zh-CN" sz="4100">
                <a:solidFill>
                  <a:srgbClr val="007977"/>
                </a:solidFill>
                <a:latin typeface="Arial" panose="020B0604020202020204" pitchFamily="34" charset="0"/>
              </a:rPr>
              <a:t> </a:t>
            </a:r>
          </a:p>
        </p:txBody>
      </p:sp>
      <p:sp>
        <p:nvSpPr>
          <p:cNvPr id="7201" name="文本框 7200"/>
          <p:cNvSpPr txBox="1"/>
          <p:nvPr/>
        </p:nvSpPr>
        <p:spPr>
          <a:xfrm>
            <a:off x="4889500" y="6032500"/>
            <a:ext cx="520700" cy="58420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pPr eaLnBrk="1" hangingPunct="1"/>
            <a:r>
              <a:rPr lang="en-US" altLang="zh-CN" sz="4100">
                <a:solidFill>
                  <a:srgbClr val="007977"/>
                </a:solidFill>
                <a:latin typeface="Arial" panose="020B0604020202020204" pitchFamily="34" charset="0"/>
              </a:rPr>
              <a:t> </a:t>
            </a:r>
          </a:p>
        </p:txBody>
      </p:sp>
      <p:sp>
        <p:nvSpPr>
          <p:cNvPr id="7205" name="文本框 7204"/>
          <p:cNvSpPr txBox="1"/>
          <p:nvPr/>
        </p:nvSpPr>
        <p:spPr>
          <a:xfrm>
            <a:off x="3352800" y="6807200"/>
            <a:ext cx="520700" cy="58420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pPr eaLnBrk="1" hangingPunct="1"/>
            <a:r>
              <a:rPr lang="en-US" altLang="zh-CN" sz="4100">
                <a:solidFill>
                  <a:srgbClr val="007977"/>
                </a:solidFill>
                <a:latin typeface="Arial" panose="020B0604020202020204" pitchFamily="34" charset="0"/>
              </a:rPr>
              <a:t> </a:t>
            </a:r>
          </a:p>
          <a:p>
            <a:pPr eaLnBrk="1" hangingPunct="1"/>
            <a:endParaRPr lang="en-US" altLang="zh-CN" sz="4100">
              <a:solidFill>
                <a:srgbClr val="007977"/>
              </a:solidFill>
              <a:latin typeface="Arial" panose="020B0604020202020204" pitchFamily="34" charset="0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092200" y="7085330"/>
            <a:ext cx="4610100" cy="721995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lstStyle/>
          <a:p>
            <a:pPr eaLnBrk="1" hangingPunct="1"/>
            <a:endParaRPr lang="en-US" altLang="zh-CN" sz="41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6" name="文本框 15365"/>
          <p:cNvSpPr txBox="1"/>
          <p:nvPr/>
        </p:nvSpPr>
        <p:spPr>
          <a:xfrm>
            <a:off x="7658100" y="101600"/>
            <a:ext cx="723900" cy="35560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pPr eaLnBrk="1" hangingPunct="1"/>
            <a:r>
              <a:rPr lang="zh-CN" altLang="en-US" sz="2700">
                <a:solidFill>
                  <a:srgbClr val="007977"/>
                </a:solidFill>
                <a:latin typeface="宋体" panose="02010600030101010101" pitchFamily="2" charset="-122"/>
              </a:rPr>
              <a:t>）</a:t>
            </a:r>
          </a:p>
        </p:txBody>
      </p:sp>
      <p:sp>
        <p:nvSpPr>
          <p:cNvPr id="15367" name="文本框 15366"/>
          <p:cNvSpPr txBox="1"/>
          <p:nvPr/>
        </p:nvSpPr>
        <p:spPr>
          <a:xfrm>
            <a:off x="8001000" y="101600"/>
            <a:ext cx="469900" cy="35560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pPr eaLnBrk="1" hangingPunct="1"/>
            <a:r>
              <a:rPr lang="en-US" altLang="zh-CN" sz="2700">
                <a:solidFill>
                  <a:srgbClr val="007977"/>
                </a:solidFill>
                <a:latin typeface="Arial" panose="020B0604020202020204" pitchFamily="34" charset="0"/>
              </a:rPr>
              <a:t> </a:t>
            </a:r>
          </a:p>
          <a:p>
            <a:pPr eaLnBrk="1" hangingPunct="1"/>
            <a:endParaRPr lang="en-US" altLang="zh-CN" sz="2700">
              <a:solidFill>
                <a:srgbClr val="007977"/>
              </a:solidFill>
              <a:latin typeface="Arial" panose="020B0604020202020204" pitchFamily="34" charset="0"/>
            </a:endParaRPr>
          </a:p>
        </p:txBody>
      </p:sp>
      <p:sp>
        <p:nvSpPr>
          <p:cNvPr id="15369" name="文本框 15368"/>
          <p:cNvSpPr txBox="1"/>
          <p:nvPr/>
        </p:nvSpPr>
        <p:spPr>
          <a:xfrm>
            <a:off x="428580" y="928658"/>
            <a:ext cx="10631530" cy="830997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lstStyle/>
          <a:p>
            <a:pPr eaLnBrk="1" hangingPunct="1"/>
            <a:r>
              <a:rPr lang="en-US" altLang="zh-CN" sz="4800" b="1" dirty="0" smtClean="0">
                <a:solidFill>
                  <a:srgbClr val="003298"/>
                </a:solidFill>
                <a:latin typeface="Arial Bold" pitchFamily="34" charset="0"/>
              </a:rPr>
              <a:t>1.1.1 </a:t>
            </a:r>
            <a:r>
              <a:rPr lang="zh-CN" altLang="en-US" sz="4800" b="1" dirty="0" smtClean="0">
                <a:solidFill>
                  <a:srgbClr val="003298"/>
                </a:solidFill>
                <a:latin typeface="Arial Bold" pitchFamily="34" charset="0"/>
              </a:rPr>
              <a:t>网络程序开发体系结构</a:t>
            </a:r>
            <a:endParaRPr lang="en-US" altLang="zh-CN" sz="4800" b="1" dirty="0">
              <a:solidFill>
                <a:srgbClr val="003298"/>
              </a:solidFill>
              <a:latin typeface="Arial Bold" pitchFamily="34" charset="0"/>
            </a:endParaRPr>
          </a:p>
        </p:txBody>
      </p:sp>
      <p:sp>
        <p:nvSpPr>
          <p:cNvPr id="15373" name="文本框 15372"/>
          <p:cNvSpPr txBox="1"/>
          <p:nvPr/>
        </p:nvSpPr>
        <p:spPr>
          <a:xfrm>
            <a:off x="11404600" y="1358900"/>
            <a:ext cx="609600" cy="88900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pPr eaLnBrk="1" hangingPunct="1"/>
            <a:r>
              <a:rPr lang="en-US" altLang="zh-CN" sz="6600" b="1">
                <a:solidFill>
                  <a:srgbClr val="003298"/>
                </a:solidFill>
                <a:latin typeface="Arial Bold" pitchFamily="34" charset="0"/>
              </a:rPr>
              <a:t> </a:t>
            </a:r>
          </a:p>
          <a:p>
            <a:pPr eaLnBrk="1" hangingPunct="1"/>
            <a:endParaRPr lang="en-US" altLang="zh-CN" sz="6600" b="1">
              <a:solidFill>
                <a:srgbClr val="003298"/>
              </a:solidFill>
              <a:latin typeface="Arial Bold" pitchFamily="34" charset="0"/>
            </a:endParaRPr>
          </a:p>
        </p:txBody>
      </p:sp>
      <p:sp>
        <p:nvSpPr>
          <p:cNvPr id="15375" name="文本框 15374"/>
          <p:cNvSpPr txBox="1"/>
          <p:nvPr/>
        </p:nvSpPr>
        <p:spPr>
          <a:xfrm>
            <a:off x="1092200" y="2984500"/>
            <a:ext cx="546100" cy="64770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pPr eaLnBrk="1" hangingPunct="1"/>
            <a:r>
              <a:rPr lang="en-US" altLang="zh-CN" sz="4800">
                <a:solidFill>
                  <a:srgbClr val="007977"/>
                </a:solidFill>
                <a:latin typeface="Arial" panose="020B0604020202020204" pitchFamily="34" charset="0"/>
              </a:rPr>
              <a:t> </a:t>
            </a:r>
          </a:p>
          <a:p>
            <a:pPr eaLnBrk="1" hangingPunct="1"/>
            <a:endParaRPr lang="en-US" altLang="zh-CN" sz="4800">
              <a:solidFill>
                <a:srgbClr val="007977"/>
              </a:solidFill>
              <a:latin typeface="Arial" panose="020B0604020202020204" pitchFamily="34" charset="0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857208" y="2071666"/>
            <a:ext cx="4786346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800" dirty="0" smtClean="0">
                <a:solidFill>
                  <a:srgbClr val="FF6600"/>
                </a:solidFill>
                <a:latin typeface="Arial" charset="0"/>
                <a:ea typeface="隶书" pitchFamily="49" charset="-122"/>
              </a:rPr>
              <a:t>C/S</a:t>
            </a:r>
            <a:r>
              <a:rPr lang="zh-CN" altLang="en-US" sz="2800" dirty="0" smtClean="0">
                <a:solidFill>
                  <a:srgbClr val="FF6600"/>
                </a:solidFill>
                <a:latin typeface="Arial" charset="0"/>
                <a:ea typeface="隶书" pitchFamily="49" charset="-122"/>
              </a:rPr>
              <a:t>体系结构</a:t>
            </a:r>
            <a:endParaRPr lang="zh-CN" altLang="en-US" sz="2800" dirty="0">
              <a:solidFill>
                <a:srgbClr val="FF6600"/>
              </a:solidFill>
              <a:latin typeface="Arial" charset="0"/>
              <a:ea typeface="隶书" pitchFamily="49" charset="-122"/>
            </a:endParaRPr>
          </a:p>
        </p:txBody>
      </p:sp>
      <p:pic>
        <p:nvPicPr>
          <p:cNvPr id="10" name="Picture 2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3214662" y="2857484"/>
            <a:ext cx="9429816" cy="300039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aphicFrame>
        <p:nvGraphicFramePr>
          <p:cNvPr id="2050" name="Object 2"/>
          <p:cNvGraphicFramePr>
            <a:graphicFrameLocks noChangeAspect="1"/>
          </p:cNvGraphicFramePr>
          <p:nvPr/>
        </p:nvGraphicFramePr>
        <p:xfrm>
          <a:off x="3214662" y="6500822"/>
          <a:ext cx="9501254" cy="3000396"/>
        </p:xfrm>
        <a:graphic>
          <a:graphicData uri="http://schemas.openxmlformats.org/presentationml/2006/ole">
            <p:oleObj spid="_x0000_s2050" r:id="rId5" imgW="3266347" imgH="1135697" progId="Visio.Drawing.11">
              <p:embed/>
            </p:oleObj>
          </a:graphicData>
        </a:graphic>
      </p:graphicFrame>
      <p:sp>
        <p:nvSpPr>
          <p:cNvPr id="12" name="矩形 11"/>
          <p:cNvSpPr/>
          <p:nvPr/>
        </p:nvSpPr>
        <p:spPr>
          <a:xfrm>
            <a:off x="642894" y="5857880"/>
            <a:ext cx="4786346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800" dirty="0" smtClean="0">
                <a:solidFill>
                  <a:srgbClr val="FF6600"/>
                </a:solidFill>
                <a:latin typeface="Arial" charset="0"/>
                <a:ea typeface="隶书" pitchFamily="49" charset="-122"/>
              </a:rPr>
              <a:t>B/S</a:t>
            </a:r>
            <a:r>
              <a:rPr lang="zh-CN" altLang="en-US" sz="2800" dirty="0" smtClean="0">
                <a:solidFill>
                  <a:srgbClr val="FF6600"/>
                </a:solidFill>
                <a:latin typeface="Arial" charset="0"/>
                <a:ea typeface="隶书" pitchFamily="49" charset="-122"/>
              </a:rPr>
              <a:t>体系结构</a:t>
            </a:r>
            <a:endParaRPr lang="zh-CN" altLang="en-US" sz="2800" dirty="0">
              <a:solidFill>
                <a:srgbClr val="FF6600"/>
              </a:solidFill>
              <a:latin typeface="Arial" charset="0"/>
              <a:ea typeface="隶书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6" name="文本框 15365"/>
          <p:cNvSpPr txBox="1"/>
          <p:nvPr/>
        </p:nvSpPr>
        <p:spPr>
          <a:xfrm>
            <a:off x="7658100" y="101600"/>
            <a:ext cx="723900" cy="35560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pPr eaLnBrk="1" hangingPunct="1"/>
            <a:r>
              <a:rPr lang="zh-CN" altLang="en-US" sz="2700">
                <a:solidFill>
                  <a:srgbClr val="007977"/>
                </a:solidFill>
                <a:latin typeface="宋体" panose="02010600030101010101" pitchFamily="2" charset="-122"/>
              </a:rPr>
              <a:t>）</a:t>
            </a:r>
          </a:p>
        </p:txBody>
      </p:sp>
      <p:sp>
        <p:nvSpPr>
          <p:cNvPr id="15367" name="文本框 15366"/>
          <p:cNvSpPr txBox="1"/>
          <p:nvPr/>
        </p:nvSpPr>
        <p:spPr>
          <a:xfrm>
            <a:off x="8001000" y="101600"/>
            <a:ext cx="469900" cy="35560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pPr eaLnBrk="1" hangingPunct="1"/>
            <a:r>
              <a:rPr lang="en-US" altLang="zh-CN" sz="2700">
                <a:solidFill>
                  <a:srgbClr val="007977"/>
                </a:solidFill>
                <a:latin typeface="Arial" panose="020B0604020202020204" pitchFamily="34" charset="0"/>
              </a:rPr>
              <a:t> </a:t>
            </a:r>
          </a:p>
          <a:p>
            <a:pPr eaLnBrk="1" hangingPunct="1"/>
            <a:endParaRPr lang="en-US" altLang="zh-CN" sz="2700">
              <a:solidFill>
                <a:srgbClr val="007977"/>
              </a:solidFill>
              <a:latin typeface="Arial" panose="020B0604020202020204" pitchFamily="34" charset="0"/>
            </a:endParaRPr>
          </a:p>
        </p:txBody>
      </p:sp>
      <p:sp>
        <p:nvSpPr>
          <p:cNvPr id="15369" name="文本框 15368"/>
          <p:cNvSpPr txBox="1"/>
          <p:nvPr/>
        </p:nvSpPr>
        <p:spPr>
          <a:xfrm>
            <a:off x="428580" y="928658"/>
            <a:ext cx="10631530" cy="830997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lstStyle/>
          <a:p>
            <a:pPr eaLnBrk="1" hangingPunct="1"/>
            <a:r>
              <a:rPr lang="en-US" altLang="zh-CN" sz="4800" b="1" dirty="0" smtClean="0">
                <a:solidFill>
                  <a:srgbClr val="003298"/>
                </a:solidFill>
                <a:latin typeface="Arial Bold" pitchFamily="34" charset="0"/>
              </a:rPr>
              <a:t>1.1.1 </a:t>
            </a:r>
            <a:r>
              <a:rPr lang="zh-CN" altLang="en-US" sz="4800" b="1" dirty="0" smtClean="0">
                <a:solidFill>
                  <a:srgbClr val="003298"/>
                </a:solidFill>
                <a:latin typeface="Arial Bold" pitchFamily="34" charset="0"/>
              </a:rPr>
              <a:t>网络程序开发体系结构</a:t>
            </a:r>
            <a:endParaRPr lang="en-US" altLang="zh-CN" sz="4800" b="1" dirty="0">
              <a:solidFill>
                <a:srgbClr val="003298"/>
              </a:solidFill>
              <a:latin typeface="Arial Bold" pitchFamily="34" charset="0"/>
            </a:endParaRPr>
          </a:p>
        </p:txBody>
      </p:sp>
      <p:sp>
        <p:nvSpPr>
          <p:cNvPr id="15373" name="文本框 15372"/>
          <p:cNvSpPr txBox="1"/>
          <p:nvPr/>
        </p:nvSpPr>
        <p:spPr>
          <a:xfrm>
            <a:off x="11404600" y="1358900"/>
            <a:ext cx="609600" cy="88900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pPr eaLnBrk="1" hangingPunct="1"/>
            <a:r>
              <a:rPr lang="en-US" altLang="zh-CN" sz="6600" b="1">
                <a:solidFill>
                  <a:srgbClr val="003298"/>
                </a:solidFill>
                <a:latin typeface="Arial Bold" pitchFamily="34" charset="0"/>
              </a:rPr>
              <a:t> </a:t>
            </a:r>
          </a:p>
          <a:p>
            <a:pPr eaLnBrk="1" hangingPunct="1"/>
            <a:endParaRPr lang="en-US" altLang="zh-CN" sz="6600" b="1">
              <a:solidFill>
                <a:srgbClr val="003298"/>
              </a:solidFill>
              <a:latin typeface="Arial Bold" pitchFamily="34" charset="0"/>
            </a:endParaRPr>
          </a:p>
        </p:txBody>
      </p:sp>
      <p:pic>
        <p:nvPicPr>
          <p:cNvPr id="15374" name="图片 1537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143236"/>
            <a:ext cx="13716000" cy="468185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5375" name="文本框 15374"/>
          <p:cNvSpPr txBox="1"/>
          <p:nvPr/>
        </p:nvSpPr>
        <p:spPr>
          <a:xfrm>
            <a:off x="1092200" y="2984500"/>
            <a:ext cx="546100" cy="64770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pPr eaLnBrk="1" hangingPunct="1"/>
            <a:r>
              <a:rPr lang="en-US" altLang="zh-CN" sz="4800">
                <a:solidFill>
                  <a:srgbClr val="007977"/>
                </a:solidFill>
                <a:latin typeface="Arial" panose="020B0604020202020204" pitchFamily="34" charset="0"/>
              </a:rPr>
              <a:t> </a:t>
            </a:r>
          </a:p>
          <a:p>
            <a:pPr eaLnBrk="1" hangingPunct="1"/>
            <a:endParaRPr lang="en-US" altLang="zh-CN" sz="4800">
              <a:solidFill>
                <a:srgbClr val="007977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8201"/>
          <p:cNvSpPr txBox="1"/>
          <p:nvPr/>
        </p:nvSpPr>
        <p:spPr>
          <a:xfrm>
            <a:off x="571456" y="2071666"/>
            <a:ext cx="12787402" cy="2985433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lstStyle/>
          <a:p>
            <a:pPr eaLnBrk="1" hangingPunct="1">
              <a:buFont typeface="Wingdings" pitchFamily="2" charset="2"/>
              <a:buChar char="u"/>
            </a:pPr>
            <a:r>
              <a:rPr lang="zh-CN" altLang="en-US" sz="4400" b="1" dirty="0" smtClean="0">
                <a:solidFill>
                  <a:srgbClr val="003298"/>
                </a:solidFill>
              </a:rPr>
              <a:t>什么是</a:t>
            </a:r>
            <a:r>
              <a:rPr lang="en-US" altLang="zh-CN" sz="4400" b="1" dirty="0" smtClean="0">
                <a:solidFill>
                  <a:srgbClr val="003298"/>
                </a:solidFill>
              </a:rPr>
              <a:t>Web</a:t>
            </a:r>
            <a:r>
              <a:rPr lang="en-US" altLang="zh-CN" sz="4400" b="1" dirty="0" smtClean="0">
                <a:solidFill>
                  <a:srgbClr val="003298"/>
                </a:solidFill>
                <a:latin typeface="宋体" panose="02010600030101010101" pitchFamily="2" charset="-122"/>
              </a:rPr>
              <a:t>:</a:t>
            </a:r>
          </a:p>
          <a:p>
            <a:pPr>
              <a:lnSpc>
                <a:spcPct val="150000"/>
              </a:lnSpc>
            </a:pPr>
            <a:r>
              <a:rPr lang="zh-CN" altLang="en-US" sz="3200" dirty="0" smtClean="0"/>
              <a:t>    全称为</a:t>
            </a:r>
            <a:r>
              <a:rPr lang="en-US" sz="3200" dirty="0" smtClean="0"/>
              <a:t>World Wide Web</a:t>
            </a:r>
            <a:r>
              <a:rPr lang="zh-CN" altLang="en-US" sz="3200" dirty="0" smtClean="0"/>
              <a:t>即</a:t>
            </a:r>
            <a:r>
              <a:rPr lang="en-US" sz="3200" dirty="0" smtClean="0"/>
              <a:t>WWW</a:t>
            </a:r>
            <a:r>
              <a:rPr lang="zh-CN" altLang="en-US" sz="3200" dirty="0" smtClean="0"/>
              <a:t>，</a:t>
            </a:r>
            <a:r>
              <a:rPr lang="en-US" sz="3200" dirty="0" smtClean="0"/>
              <a:t>Web</a:t>
            </a:r>
            <a:r>
              <a:rPr lang="zh-CN" altLang="en-US" sz="3200" dirty="0" smtClean="0"/>
              <a:t>它是一种基于超文本和</a:t>
            </a:r>
            <a:r>
              <a:rPr lang="en-US" sz="3200" dirty="0" smtClean="0"/>
              <a:t>HTTP</a:t>
            </a:r>
            <a:r>
              <a:rPr lang="zh-CN" altLang="en-US" sz="3200" dirty="0" smtClean="0"/>
              <a:t>的、全球性的、动态交互的、跨平台的分布式图形信息系统。是建立在</a:t>
            </a:r>
            <a:r>
              <a:rPr lang="en-US" sz="3200" dirty="0" smtClean="0"/>
              <a:t>Internet</a:t>
            </a:r>
            <a:r>
              <a:rPr lang="zh-CN" altLang="en-US" sz="3200" dirty="0" smtClean="0"/>
              <a:t>上的一种网络服务。</a:t>
            </a:r>
            <a:endParaRPr lang="zh-CN" altLang="en-US" sz="4400" dirty="0">
              <a:solidFill>
                <a:srgbClr val="003298"/>
              </a:solidFill>
              <a:latin typeface="宋体" panose="02010600030101010101" pitchFamily="2" charset="-122"/>
            </a:endParaRPr>
          </a:p>
        </p:txBody>
      </p:sp>
      <p:sp>
        <p:nvSpPr>
          <p:cNvPr id="5" name="文本框 8201"/>
          <p:cNvSpPr txBox="1"/>
          <p:nvPr/>
        </p:nvSpPr>
        <p:spPr>
          <a:xfrm>
            <a:off x="500018" y="5500690"/>
            <a:ext cx="12715964" cy="3262432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lstStyle/>
          <a:p>
            <a:pPr lvl="0">
              <a:buFont typeface="Wingdings" pitchFamily="2" charset="2"/>
              <a:buChar char="u"/>
            </a:pPr>
            <a:r>
              <a:rPr lang="zh-CN" altLang="en-US" sz="4400" b="1" dirty="0" smtClean="0">
                <a:solidFill>
                  <a:srgbClr val="003298"/>
                </a:solidFill>
              </a:rPr>
              <a:t>什么是</a:t>
            </a:r>
            <a:r>
              <a:rPr lang="en-US" altLang="en-US" sz="4400" b="1" dirty="0" smtClean="0">
                <a:solidFill>
                  <a:srgbClr val="003298"/>
                </a:solidFill>
              </a:rPr>
              <a:t>Web</a:t>
            </a:r>
            <a:r>
              <a:rPr lang="zh-CN" altLang="en-US" sz="4400" b="1" dirty="0" smtClean="0">
                <a:solidFill>
                  <a:srgbClr val="003298"/>
                </a:solidFill>
              </a:rPr>
              <a:t>应用？</a:t>
            </a:r>
          </a:p>
          <a:p>
            <a:pPr>
              <a:lnSpc>
                <a:spcPct val="150000"/>
              </a:lnSpc>
            </a:pPr>
            <a:r>
              <a:rPr lang="en-US" altLang="en-US" sz="3200" dirty="0" smtClean="0"/>
              <a:t>    Web</a:t>
            </a:r>
            <a:r>
              <a:rPr lang="zh-CN" altLang="en-US" sz="3200" dirty="0" smtClean="0"/>
              <a:t>应用是多个</a:t>
            </a:r>
            <a:r>
              <a:rPr lang="en-US" altLang="en-US" sz="3200" dirty="0" smtClean="0"/>
              <a:t>Web</a:t>
            </a:r>
            <a:r>
              <a:rPr lang="zh-CN" altLang="en-US" sz="3200" dirty="0" smtClean="0"/>
              <a:t>资源的集合，是供浏览器访问的程序，也称为</a:t>
            </a:r>
            <a:r>
              <a:rPr lang="en-US" altLang="en-US" sz="3200" dirty="0" smtClean="0"/>
              <a:t>Web</a:t>
            </a:r>
            <a:r>
              <a:rPr lang="zh-CN" altLang="en-US" sz="3200" dirty="0" smtClean="0"/>
              <a:t>应用程序。</a:t>
            </a:r>
            <a:endParaRPr lang="en-US" altLang="zh-CN" sz="3200" dirty="0" smtClean="0"/>
          </a:p>
          <a:p>
            <a:pPr>
              <a:lnSpc>
                <a:spcPct val="150000"/>
              </a:lnSpc>
            </a:pPr>
            <a:r>
              <a:rPr lang="en-US" altLang="zh-CN" sz="3200" dirty="0" smtClean="0"/>
              <a:t>      </a:t>
            </a:r>
            <a:r>
              <a:rPr lang="zh-CN" altLang="en-US" sz="3200" dirty="0" smtClean="0"/>
              <a:t>一个</a:t>
            </a:r>
            <a:r>
              <a:rPr lang="en-US" altLang="en-US" sz="3200" dirty="0" smtClean="0"/>
              <a:t>Web</a:t>
            </a:r>
            <a:r>
              <a:rPr lang="zh-CN" altLang="en-US" sz="3200" dirty="0" smtClean="0"/>
              <a:t>应用由多个静态</a:t>
            </a:r>
            <a:r>
              <a:rPr lang="en-US" altLang="en-US" sz="3200" dirty="0" smtClean="0"/>
              <a:t>Web</a:t>
            </a:r>
            <a:r>
              <a:rPr lang="zh-CN" altLang="en-US" sz="3200" dirty="0" smtClean="0"/>
              <a:t>资源和动态</a:t>
            </a:r>
            <a:r>
              <a:rPr lang="en-US" altLang="en-US" sz="3200" dirty="0" smtClean="0"/>
              <a:t>web</a:t>
            </a:r>
            <a:r>
              <a:rPr lang="zh-CN" altLang="en-US" sz="3200" dirty="0" smtClean="0"/>
              <a:t>资源组成</a:t>
            </a:r>
            <a:r>
              <a:rPr lang="zh-CN" altLang="en-US" sz="4400" dirty="0" smtClean="0"/>
              <a:t>。</a:t>
            </a:r>
            <a:endParaRPr lang="zh-CN" altLang="en-US" sz="4400" dirty="0">
              <a:solidFill>
                <a:srgbClr val="003298"/>
              </a:solidFill>
              <a:latin typeface="宋体" panose="02010600030101010101" pitchFamily="2" charset="-122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428580" y="714344"/>
            <a:ext cx="8215370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4800" b="1" dirty="0" smtClean="0">
                <a:solidFill>
                  <a:srgbClr val="003298"/>
                </a:solidFill>
              </a:rPr>
              <a:t>1.1.2Web</a:t>
            </a:r>
            <a:r>
              <a:rPr lang="zh-CN" altLang="en-US" sz="4800" b="1" dirty="0" smtClean="0">
                <a:solidFill>
                  <a:srgbClr val="003298"/>
                </a:solidFill>
              </a:rPr>
              <a:t>简介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6" name="文本框 10245"/>
          <p:cNvSpPr txBox="1"/>
          <p:nvPr/>
        </p:nvSpPr>
        <p:spPr>
          <a:xfrm>
            <a:off x="7658100" y="101600"/>
            <a:ext cx="723900" cy="35560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pPr eaLnBrk="1" hangingPunct="1"/>
            <a:r>
              <a:rPr lang="zh-CN" altLang="en-US" sz="2700">
                <a:solidFill>
                  <a:srgbClr val="007977"/>
                </a:solidFill>
                <a:latin typeface="宋体" panose="02010600030101010101" pitchFamily="2" charset="-122"/>
              </a:rPr>
              <a:t>）</a:t>
            </a:r>
          </a:p>
        </p:txBody>
      </p:sp>
      <p:sp>
        <p:nvSpPr>
          <p:cNvPr id="10247" name="文本框 10246"/>
          <p:cNvSpPr txBox="1"/>
          <p:nvPr/>
        </p:nvSpPr>
        <p:spPr>
          <a:xfrm>
            <a:off x="8001000" y="101600"/>
            <a:ext cx="469900" cy="35560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pPr eaLnBrk="1" hangingPunct="1"/>
            <a:r>
              <a:rPr lang="en-US" altLang="zh-CN" sz="2700">
                <a:solidFill>
                  <a:srgbClr val="007977"/>
                </a:solidFill>
                <a:latin typeface="Arial" panose="020B0604020202020204" pitchFamily="34" charset="0"/>
              </a:rPr>
              <a:t> </a:t>
            </a:r>
          </a:p>
          <a:p>
            <a:pPr eaLnBrk="1" hangingPunct="1"/>
            <a:endParaRPr lang="en-US" altLang="zh-CN" sz="2700">
              <a:solidFill>
                <a:srgbClr val="007977"/>
              </a:solidFill>
              <a:latin typeface="Arial" panose="020B0604020202020204" pitchFamily="34" charset="0"/>
            </a:endParaRPr>
          </a:p>
        </p:txBody>
      </p:sp>
      <p:sp>
        <p:nvSpPr>
          <p:cNvPr id="10249" name="文本框 10248"/>
          <p:cNvSpPr txBox="1"/>
          <p:nvPr/>
        </p:nvSpPr>
        <p:spPr>
          <a:xfrm>
            <a:off x="642894" y="2143104"/>
            <a:ext cx="12547600" cy="769441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lstStyle/>
          <a:p>
            <a:pPr eaLnBrk="1" hangingPunct="1">
              <a:buFont typeface="Wingdings" pitchFamily="2" charset="2"/>
              <a:buChar char="u"/>
            </a:pPr>
            <a:r>
              <a:rPr lang="en-US" altLang="zh-CN" sz="4400" b="1" dirty="0" smtClean="0">
                <a:solidFill>
                  <a:srgbClr val="003298"/>
                </a:solidFill>
                <a:latin typeface="Arial" panose="020B0604020202020204" pitchFamily="34" charset="0"/>
              </a:rPr>
              <a:t>Web</a:t>
            </a:r>
            <a:r>
              <a:rPr lang="zh-CN" altLang="en-US" sz="4400" b="1" dirty="0" smtClean="0">
                <a:solidFill>
                  <a:srgbClr val="003298"/>
                </a:solidFill>
                <a:latin typeface="宋体" panose="02010600030101010101" pitchFamily="2" charset="-122"/>
              </a:rPr>
              <a:t>应用涉及的文件类型</a:t>
            </a:r>
            <a:endParaRPr lang="en-US" altLang="zh-CN" sz="4400" b="1" dirty="0">
              <a:solidFill>
                <a:srgbClr val="003298"/>
              </a:solidFill>
              <a:latin typeface="Arial" panose="020B0604020202020204" pitchFamily="34" charset="0"/>
            </a:endParaRPr>
          </a:p>
        </p:txBody>
      </p:sp>
      <p:sp>
        <p:nvSpPr>
          <p:cNvPr id="10253" name="文本框 10252"/>
          <p:cNvSpPr txBox="1"/>
          <p:nvPr/>
        </p:nvSpPr>
        <p:spPr>
          <a:xfrm>
            <a:off x="1092200" y="2971800"/>
            <a:ext cx="10480708" cy="8586966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lstStyle/>
          <a:p>
            <a:pPr eaLnBrk="1" hangingPunct="1">
              <a:lnSpc>
                <a:spcPct val="200000"/>
              </a:lnSpc>
              <a:buFont typeface="Wingdings" pitchFamily="2" charset="2"/>
              <a:buChar char="Ø"/>
            </a:pPr>
            <a:r>
              <a:rPr lang="zh-CN" altLang="en-US" sz="3600" dirty="0" smtClean="0">
                <a:latin typeface="宋体" panose="02010600030101010101" pitchFamily="2" charset="-122"/>
              </a:rPr>
              <a:t>大量的</a:t>
            </a:r>
            <a:r>
              <a:rPr lang="zh-CN" altLang="en-US" sz="3600" dirty="0">
                <a:latin typeface="宋体" panose="02010600030101010101" pitchFamily="2" charset="-122"/>
              </a:rPr>
              <a:t>网页文件，用于展示信息</a:t>
            </a:r>
            <a:r>
              <a:rPr lang="zh-CN" altLang="en-US" sz="3600" dirty="0" smtClean="0">
                <a:latin typeface="宋体" panose="02010600030101010101" pitchFamily="2" charset="-122"/>
              </a:rPr>
              <a:t>；</a:t>
            </a:r>
            <a:endParaRPr lang="en-US" altLang="zh-CN" sz="3600" dirty="0" smtClean="0">
              <a:latin typeface="宋体" panose="02010600030101010101" pitchFamily="2" charset="-122"/>
            </a:endParaRPr>
          </a:p>
          <a:p>
            <a:pPr eaLnBrk="1" hangingPunct="1">
              <a:lnSpc>
                <a:spcPct val="200000"/>
              </a:lnSpc>
              <a:buFont typeface="Wingdings" pitchFamily="2" charset="2"/>
              <a:buChar char="Ø"/>
            </a:pPr>
            <a:r>
              <a:rPr lang="zh-CN" altLang="en-US" sz="3600" dirty="0" smtClean="0">
                <a:latin typeface="宋体" panose="02010600030101010101" pitchFamily="2" charset="-122"/>
              </a:rPr>
              <a:t>网页的格式信息；</a:t>
            </a:r>
            <a:endParaRPr lang="en-US" altLang="zh-CN" sz="3600" dirty="0" smtClean="0">
              <a:latin typeface="宋体" panose="02010600030101010101" pitchFamily="2" charset="-122"/>
            </a:endParaRPr>
          </a:p>
          <a:p>
            <a:pPr eaLnBrk="1" hangingPunct="1">
              <a:lnSpc>
                <a:spcPct val="200000"/>
              </a:lnSpc>
              <a:buFont typeface="Wingdings" pitchFamily="2" charset="2"/>
              <a:buChar char="Ø"/>
            </a:pPr>
            <a:r>
              <a:rPr lang="zh-CN" altLang="en-US" sz="3600" dirty="0" smtClean="0">
                <a:latin typeface="宋体" panose="02010600030101010101" pitchFamily="2" charset="-122"/>
              </a:rPr>
              <a:t>资源文件，例如图像，音频，视频等；</a:t>
            </a:r>
            <a:endParaRPr lang="en-US" altLang="zh-CN" sz="3600" dirty="0" smtClean="0">
              <a:latin typeface="宋体" panose="02010600030101010101" pitchFamily="2" charset="-122"/>
            </a:endParaRPr>
          </a:p>
          <a:p>
            <a:pPr eaLnBrk="1" hangingPunct="1">
              <a:lnSpc>
                <a:spcPct val="200000"/>
              </a:lnSpc>
              <a:buFont typeface="Wingdings" pitchFamily="2" charset="2"/>
              <a:buChar char="Ø"/>
            </a:pPr>
            <a:r>
              <a:rPr lang="zh-CN" altLang="en-US" sz="3600" dirty="0" smtClean="0">
                <a:latin typeface="宋体" panose="02010600030101010101" pitchFamily="2" charset="-122"/>
              </a:rPr>
              <a:t>配置文件；</a:t>
            </a:r>
            <a:endParaRPr lang="en-US" altLang="zh-CN" sz="3600" dirty="0" smtClean="0">
              <a:latin typeface="宋体" panose="02010600030101010101" pitchFamily="2" charset="-122"/>
            </a:endParaRPr>
          </a:p>
          <a:p>
            <a:pPr eaLnBrk="1" hangingPunct="1">
              <a:lnSpc>
                <a:spcPct val="200000"/>
              </a:lnSpc>
              <a:buFont typeface="Wingdings" pitchFamily="2" charset="2"/>
              <a:buChar char="Ø"/>
            </a:pPr>
            <a:r>
              <a:rPr lang="zh-CN" altLang="en-US" sz="3600" dirty="0" smtClean="0">
                <a:latin typeface="宋体" panose="02010600030101010101" pitchFamily="2" charset="-122"/>
              </a:rPr>
              <a:t>处理文件</a:t>
            </a:r>
            <a:r>
              <a:rPr lang="en-US" altLang="zh-CN" sz="3600" dirty="0" smtClean="0">
                <a:latin typeface="宋体" panose="02010600030101010101" pitchFamily="2" charset="-122"/>
              </a:rPr>
              <a:t>: </a:t>
            </a:r>
            <a:r>
              <a:rPr lang="en-US" altLang="zh-CN" sz="3600" dirty="0" err="1" smtClean="0">
                <a:latin typeface="宋体" panose="02010600030101010101" pitchFamily="2" charset="-122"/>
              </a:rPr>
              <a:t>jsp</a:t>
            </a:r>
            <a:r>
              <a:rPr lang="en-US" altLang="zh-CN" sz="3600" dirty="0" smtClean="0">
                <a:latin typeface="宋体" panose="02010600030101010101" pitchFamily="2" charset="-122"/>
              </a:rPr>
              <a:t> </a:t>
            </a:r>
            <a:r>
              <a:rPr lang="en-US" altLang="zh-CN" sz="3600" dirty="0" err="1" smtClean="0">
                <a:latin typeface="宋体" panose="02010600030101010101" pitchFamily="2" charset="-122"/>
              </a:rPr>
              <a:t>servlet</a:t>
            </a:r>
            <a:r>
              <a:rPr lang="en-US" altLang="zh-CN" sz="3600" dirty="0" smtClean="0">
                <a:latin typeface="宋体" panose="02010600030101010101" pitchFamily="2" charset="-122"/>
              </a:rPr>
              <a:t> </a:t>
            </a:r>
            <a:r>
              <a:rPr lang="en-US" altLang="zh-CN" sz="3600" dirty="0" err="1" smtClean="0">
                <a:latin typeface="宋体" panose="02010600030101010101" pitchFamily="2" charset="-122"/>
              </a:rPr>
              <a:t>javabean</a:t>
            </a:r>
            <a:endParaRPr lang="zh-CN" altLang="en-US" sz="3600" dirty="0" smtClean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eaLnBrk="1" hangingPunct="1"/>
            <a:endParaRPr lang="zh-CN" altLang="en-US" sz="4800" dirty="0" smtClean="0">
              <a:latin typeface="宋体" panose="02010600030101010101" pitchFamily="2" charset="-122"/>
            </a:endParaRPr>
          </a:p>
          <a:p>
            <a:pPr eaLnBrk="1" hangingPunct="1"/>
            <a:endParaRPr lang="zh-CN" altLang="en-US" sz="4800" dirty="0" smtClean="0">
              <a:latin typeface="宋体" panose="02010600030101010101" pitchFamily="2" charset="-122"/>
            </a:endParaRPr>
          </a:p>
          <a:p>
            <a:pPr eaLnBrk="1" hangingPunct="1"/>
            <a:endParaRPr lang="zh-CN" altLang="en-US" sz="4800" dirty="0" smtClean="0">
              <a:latin typeface="宋体" panose="02010600030101010101" pitchFamily="2" charset="-122"/>
            </a:endParaRPr>
          </a:p>
          <a:p>
            <a:pPr eaLnBrk="1" hangingPunct="1"/>
            <a:endParaRPr lang="zh-CN" altLang="en-US" sz="4800" dirty="0">
              <a:latin typeface="宋体" panose="02010600030101010101" pitchFamily="2" charset="-122"/>
            </a:endParaRPr>
          </a:p>
        </p:txBody>
      </p:sp>
      <p:sp>
        <p:nvSpPr>
          <p:cNvPr id="10254" name="文本框 10253"/>
          <p:cNvSpPr txBox="1"/>
          <p:nvPr/>
        </p:nvSpPr>
        <p:spPr>
          <a:xfrm>
            <a:off x="10248900" y="2971800"/>
            <a:ext cx="546100" cy="67310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pPr eaLnBrk="1" hangingPunct="1"/>
            <a:r>
              <a:rPr lang="en-US" altLang="zh-CN" sz="4800">
                <a:solidFill>
                  <a:srgbClr val="007977"/>
                </a:solidFill>
                <a:latin typeface="Arial" panose="020B0604020202020204" pitchFamily="34" charset="0"/>
              </a:rPr>
              <a:t> </a:t>
            </a:r>
          </a:p>
        </p:txBody>
      </p:sp>
      <p:sp>
        <p:nvSpPr>
          <p:cNvPr id="10257" name="文本框 10256"/>
          <p:cNvSpPr txBox="1"/>
          <p:nvPr/>
        </p:nvSpPr>
        <p:spPr>
          <a:xfrm>
            <a:off x="5981700" y="3848100"/>
            <a:ext cx="546100" cy="67310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pPr eaLnBrk="1" hangingPunct="1"/>
            <a:r>
              <a:rPr lang="en-US" altLang="zh-CN" sz="4800">
                <a:solidFill>
                  <a:srgbClr val="007977"/>
                </a:solidFill>
                <a:latin typeface="Arial" panose="020B0604020202020204" pitchFamily="34" charset="0"/>
              </a:rPr>
              <a:t> </a:t>
            </a:r>
          </a:p>
          <a:p>
            <a:pPr eaLnBrk="1" hangingPunct="1"/>
            <a:endParaRPr lang="en-US" altLang="zh-CN" sz="4800">
              <a:solidFill>
                <a:srgbClr val="007977"/>
              </a:solidFill>
              <a:latin typeface="Arial" panose="020B0604020202020204" pitchFamily="34" charset="0"/>
            </a:endParaRPr>
          </a:p>
        </p:txBody>
      </p:sp>
      <p:sp>
        <p:nvSpPr>
          <p:cNvPr id="10260" name="文本框 10259"/>
          <p:cNvSpPr txBox="1"/>
          <p:nvPr/>
        </p:nvSpPr>
        <p:spPr>
          <a:xfrm>
            <a:off x="11468100" y="4724400"/>
            <a:ext cx="546100" cy="67310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pPr eaLnBrk="1" hangingPunct="1"/>
            <a:r>
              <a:rPr lang="en-US" altLang="zh-CN" sz="4800">
                <a:solidFill>
                  <a:srgbClr val="007977"/>
                </a:solidFill>
                <a:latin typeface="Arial" panose="020B0604020202020204" pitchFamily="34" charset="0"/>
              </a:rPr>
              <a:t> </a:t>
            </a:r>
          </a:p>
        </p:txBody>
      </p:sp>
      <p:sp>
        <p:nvSpPr>
          <p:cNvPr id="10263" name="文本框 10262"/>
          <p:cNvSpPr txBox="1"/>
          <p:nvPr/>
        </p:nvSpPr>
        <p:spPr>
          <a:xfrm>
            <a:off x="4152900" y="5600700"/>
            <a:ext cx="546100" cy="67310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pPr eaLnBrk="1" hangingPunct="1"/>
            <a:r>
              <a:rPr lang="en-US" altLang="zh-CN" sz="4800">
                <a:solidFill>
                  <a:srgbClr val="007977"/>
                </a:solidFill>
                <a:latin typeface="Arial" panose="020B0604020202020204" pitchFamily="34" charset="0"/>
              </a:rPr>
              <a:t> </a:t>
            </a:r>
          </a:p>
        </p:txBody>
      </p:sp>
      <p:sp>
        <p:nvSpPr>
          <p:cNvPr id="20" name="矩形 19"/>
          <p:cNvSpPr/>
          <p:nvPr/>
        </p:nvSpPr>
        <p:spPr>
          <a:xfrm>
            <a:off x="0" y="714344"/>
            <a:ext cx="8215370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4800" b="1" dirty="0" smtClean="0">
                <a:solidFill>
                  <a:srgbClr val="003298"/>
                </a:solidFill>
              </a:rPr>
              <a:t>1.1.2Web</a:t>
            </a:r>
            <a:r>
              <a:rPr lang="zh-CN" altLang="en-US" sz="4800" b="1" dirty="0" smtClean="0">
                <a:solidFill>
                  <a:srgbClr val="003298"/>
                </a:solidFill>
              </a:rPr>
              <a:t>简介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9" name="文本框 8198"/>
          <p:cNvSpPr txBox="1"/>
          <p:nvPr/>
        </p:nvSpPr>
        <p:spPr>
          <a:xfrm>
            <a:off x="8001000" y="101600"/>
            <a:ext cx="469900" cy="35560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pPr eaLnBrk="1" hangingPunct="1"/>
            <a:r>
              <a:rPr lang="en-US" altLang="zh-CN" sz="2700">
                <a:solidFill>
                  <a:srgbClr val="007977"/>
                </a:solidFill>
                <a:latin typeface="Arial" panose="020B0604020202020204" pitchFamily="34" charset="0"/>
              </a:rPr>
              <a:t> </a:t>
            </a:r>
          </a:p>
          <a:p>
            <a:pPr eaLnBrk="1" hangingPunct="1"/>
            <a:endParaRPr lang="en-US" altLang="zh-CN" sz="2700">
              <a:solidFill>
                <a:srgbClr val="007977"/>
              </a:solidFill>
              <a:latin typeface="Arial" panose="020B0604020202020204" pitchFamily="34" charset="0"/>
            </a:endParaRPr>
          </a:p>
        </p:txBody>
      </p:sp>
      <p:sp>
        <p:nvSpPr>
          <p:cNvPr id="8202" name="文本框 8201"/>
          <p:cNvSpPr txBox="1"/>
          <p:nvPr/>
        </p:nvSpPr>
        <p:spPr>
          <a:xfrm>
            <a:off x="500018" y="2000228"/>
            <a:ext cx="11501518" cy="769441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lstStyle/>
          <a:p>
            <a:pPr eaLnBrk="1" hangingPunct="1">
              <a:buFont typeface="Wingdings" pitchFamily="2" charset="2"/>
              <a:buChar char="u"/>
            </a:pPr>
            <a:r>
              <a:rPr lang="zh-CN" altLang="en-US" sz="4400" dirty="0" smtClean="0">
                <a:solidFill>
                  <a:srgbClr val="003298"/>
                </a:solidFill>
                <a:latin typeface="宋体" panose="02010600030101010101" pitchFamily="2" charset="-122"/>
              </a:rPr>
              <a:t>用户如何使用</a:t>
            </a:r>
            <a:r>
              <a:rPr lang="en-US" altLang="zh-CN" sz="4400" dirty="0" smtClean="0">
                <a:solidFill>
                  <a:srgbClr val="003298"/>
                </a:solidFill>
              </a:rPr>
              <a:t>Web</a:t>
            </a:r>
            <a:r>
              <a:rPr lang="zh-CN" altLang="en-US" sz="4400" dirty="0" smtClean="0">
                <a:solidFill>
                  <a:srgbClr val="003298"/>
                </a:solidFill>
                <a:latin typeface="宋体" panose="02010600030101010101" pitchFamily="2" charset="-122"/>
              </a:rPr>
              <a:t>应用</a:t>
            </a:r>
            <a:r>
              <a:rPr lang="en-US" altLang="zh-CN" sz="4400" dirty="0" smtClean="0">
                <a:solidFill>
                  <a:srgbClr val="003298"/>
                </a:solidFill>
                <a:latin typeface="宋体" panose="02010600030101010101" pitchFamily="2" charset="-122"/>
              </a:rPr>
              <a:t>:</a:t>
            </a:r>
            <a:endParaRPr lang="zh-CN" altLang="en-US" sz="4400" dirty="0">
              <a:solidFill>
                <a:srgbClr val="003298"/>
              </a:solidFill>
              <a:latin typeface="宋体" panose="02010600030101010101" pitchFamily="2" charset="-122"/>
            </a:endParaRPr>
          </a:p>
        </p:txBody>
      </p:sp>
      <p:pic>
        <p:nvPicPr>
          <p:cNvPr id="8203" name="图片 820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873500"/>
            <a:ext cx="13716000" cy="280670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8204" name="图片 820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44082" y="2428856"/>
            <a:ext cx="3187700" cy="20574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8207" name="文本框 8206"/>
          <p:cNvSpPr txBox="1"/>
          <p:nvPr/>
        </p:nvSpPr>
        <p:spPr>
          <a:xfrm>
            <a:off x="12115800" y="1358900"/>
            <a:ext cx="609600" cy="88900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pPr eaLnBrk="1" hangingPunct="1"/>
            <a:r>
              <a:rPr lang="en-US" altLang="zh-CN" sz="6600">
                <a:solidFill>
                  <a:srgbClr val="003298"/>
                </a:solidFill>
                <a:latin typeface="Arial" panose="020B0604020202020204" pitchFamily="34" charset="0"/>
              </a:rPr>
              <a:t> </a:t>
            </a:r>
          </a:p>
        </p:txBody>
      </p:sp>
      <p:sp>
        <p:nvSpPr>
          <p:cNvPr id="8208" name="文本框 8207"/>
          <p:cNvSpPr txBox="1"/>
          <p:nvPr/>
        </p:nvSpPr>
        <p:spPr>
          <a:xfrm>
            <a:off x="1092200" y="2984500"/>
            <a:ext cx="546100" cy="64770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pPr eaLnBrk="1" hangingPunct="1"/>
            <a:r>
              <a:rPr lang="en-US" altLang="zh-CN" sz="4800">
                <a:solidFill>
                  <a:srgbClr val="007977"/>
                </a:solidFill>
                <a:latin typeface="Arial" panose="020B0604020202020204" pitchFamily="34" charset="0"/>
              </a:rPr>
              <a:t> </a:t>
            </a:r>
          </a:p>
          <a:p>
            <a:pPr eaLnBrk="1" hangingPunct="1"/>
            <a:endParaRPr lang="en-US" altLang="zh-CN" sz="4800">
              <a:solidFill>
                <a:srgbClr val="007977"/>
              </a:solidFill>
              <a:latin typeface="Arial" panose="020B0604020202020204" pitchFamily="34" charset="0"/>
            </a:endParaRPr>
          </a:p>
        </p:txBody>
      </p:sp>
      <p:sp>
        <p:nvSpPr>
          <p:cNvPr id="8209" name="文本框 8208"/>
          <p:cNvSpPr txBox="1"/>
          <p:nvPr/>
        </p:nvSpPr>
        <p:spPr>
          <a:xfrm>
            <a:off x="1727200" y="3835400"/>
            <a:ext cx="520700" cy="55880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pPr eaLnBrk="1" hangingPunct="1"/>
            <a:r>
              <a:rPr lang="en-US" altLang="zh-CN" sz="4100">
                <a:solidFill>
                  <a:srgbClr val="007977"/>
                </a:solidFill>
                <a:latin typeface="Arial" panose="020B0604020202020204" pitchFamily="34" charset="0"/>
              </a:rPr>
              <a:t> </a:t>
            </a:r>
          </a:p>
          <a:p>
            <a:pPr eaLnBrk="1" hangingPunct="1"/>
            <a:endParaRPr lang="en-US" altLang="zh-CN" sz="4100">
              <a:solidFill>
                <a:srgbClr val="007977"/>
              </a:solidFill>
              <a:latin typeface="Arial" panose="020B0604020202020204" pitchFamily="34" charset="0"/>
            </a:endParaRPr>
          </a:p>
        </p:txBody>
      </p:sp>
      <p:sp>
        <p:nvSpPr>
          <p:cNvPr id="8210" name="文本框 8209"/>
          <p:cNvSpPr txBox="1"/>
          <p:nvPr/>
        </p:nvSpPr>
        <p:spPr>
          <a:xfrm>
            <a:off x="10591800" y="2095500"/>
            <a:ext cx="660400" cy="35560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pPr eaLnBrk="1" hangingPunct="1"/>
            <a:r>
              <a:rPr lang="en-US" altLang="zh-CN" sz="2700">
                <a:solidFill>
                  <a:srgbClr val="007977"/>
                </a:solidFill>
                <a:latin typeface="Arial" panose="020B0604020202020204" pitchFamily="34" charset="0"/>
              </a:rPr>
              <a:t>1 </a:t>
            </a:r>
          </a:p>
        </p:txBody>
      </p:sp>
      <p:sp>
        <p:nvSpPr>
          <p:cNvPr id="8211" name="文本框 8210"/>
          <p:cNvSpPr txBox="1"/>
          <p:nvPr/>
        </p:nvSpPr>
        <p:spPr>
          <a:xfrm>
            <a:off x="10572776" y="2571732"/>
            <a:ext cx="1752600" cy="35560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pPr eaLnBrk="1" hangingPunct="1"/>
            <a:r>
              <a:rPr lang="zh-CN" altLang="en-US" sz="2700" dirty="0">
                <a:solidFill>
                  <a:srgbClr val="007977"/>
                </a:solidFill>
                <a:latin typeface="宋体" panose="02010600030101010101" pitchFamily="2" charset="-122"/>
              </a:rPr>
              <a:t>打开浏览</a:t>
            </a:r>
          </a:p>
          <a:p>
            <a:pPr eaLnBrk="1" hangingPunct="1"/>
            <a:endParaRPr lang="zh-CN" altLang="en-US" sz="2700" dirty="0">
              <a:solidFill>
                <a:srgbClr val="007977"/>
              </a:solidFill>
              <a:latin typeface="宋体" panose="02010600030101010101" pitchFamily="2" charset="-122"/>
            </a:endParaRPr>
          </a:p>
        </p:txBody>
      </p:sp>
      <p:sp>
        <p:nvSpPr>
          <p:cNvPr id="8212" name="文本框 8211"/>
          <p:cNvSpPr txBox="1"/>
          <p:nvPr/>
        </p:nvSpPr>
        <p:spPr>
          <a:xfrm>
            <a:off x="10858528" y="2928922"/>
            <a:ext cx="1409700" cy="33020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pPr eaLnBrk="1" hangingPunct="1"/>
            <a:r>
              <a:rPr lang="zh-CN" altLang="en-US" sz="2700" dirty="0">
                <a:solidFill>
                  <a:srgbClr val="007977"/>
                </a:solidFill>
                <a:latin typeface="宋体" panose="02010600030101010101" pitchFamily="2" charset="-122"/>
              </a:rPr>
              <a:t>器窗口</a:t>
            </a:r>
          </a:p>
        </p:txBody>
      </p:sp>
      <p:sp>
        <p:nvSpPr>
          <p:cNvPr id="8213" name="文本框 8212"/>
          <p:cNvSpPr txBox="1"/>
          <p:nvPr/>
        </p:nvSpPr>
        <p:spPr>
          <a:xfrm>
            <a:off x="11938000" y="2514600"/>
            <a:ext cx="469900" cy="33020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pPr eaLnBrk="1" hangingPunct="1"/>
            <a:r>
              <a:rPr lang="en-US" altLang="zh-CN" sz="2700">
                <a:solidFill>
                  <a:srgbClr val="007977"/>
                </a:solidFill>
                <a:latin typeface="Arial" panose="020B0604020202020204" pitchFamily="34" charset="0"/>
              </a:rPr>
              <a:t> </a:t>
            </a:r>
          </a:p>
          <a:p>
            <a:pPr eaLnBrk="1" hangingPunct="1"/>
            <a:endParaRPr lang="en-US" altLang="zh-CN" sz="2700">
              <a:solidFill>
                <a:srgbClr val="007977"/>
              </a:solidFill>
              <a:latin typeface="Arial" panose="020B0604020202020204" pitchFamily="34" charset="0"/>
            </a:endParaRPr>
          </a:p>
        </p:txBody>
      </p:sp>
      <p:pic>
        <p:nvPicPr>
          <p:cNvPr id="8214" name="图片 821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7900" y="4813300"/>
            <a:ext cx="5156200" cy="44577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8215" name="文本框 8214"/>
          <p:cNvSpPr txBox="1"/>
          <p:nvPr/>
        </p:nvSpPr>
        <p:spPr>
          <a:xfrm>
            <a:off x="1689100" y="7124700"/>
            <a:ext cx="660400" cy="35560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pPr eaLnBrk="1" hangingPunct="1"/>
            <a:r>
              <a:rPr lang="en-US" altLang="zh-CN" sz="2700">
                <a:solidFill>
                  <a:srgbClr val="007977"/>
                </a:solidFill>
                <a:latin typeface="Arial" panose="020B0604020202020204" pitchFamily="34" charset="0"/>
              </a:rPr>
              <a:t>2 </a:t>
            </a:r>
          </a:p>
        </p:txBody>
      </p:sp>
      <p:sp>
        <p:nvSpPr>
          <p:cNvPr id="8216" name="文本框 8215"/>
          <p:cNvSpPr txBox="1"/>
          <p:nvPr/>
        </p:nvSpPr>
        <p:spPr>
          <a:xfrm>
            <a:off x="1968500" y="7124700"/>
            <a:ext cx="1066800" cy="35560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pPr eaLnBrk="1" hangingPunct="1"/>
            <a:r>
              <a:rPr lang="zh-CN" altLang="en-US" sz="2700">
                <a:solidFill>
                  <a:srgbClr val="007977"/>
                </a:solidFill>
                <a:latin typeface="宋体" panose="02010600030101010101" pitchFamily="2" charset="-122"/>
              </a:rPr>
              <a:t>输入</a:t>
            </a:r>
          </a:p>
        </p:txBody>
      </p:sp>
      <p:sp>
        <p:nvSpPr>
          <p:cNvPr id="8217" name="文本框 8216"/>
          <p:cNvSpPr txBox="1"/>
          <p:nvPr/>
        </p:nvSpPr>
        <p:spPr>
          <a:xfrm>
            <a:off x="2654300" y="7124700"/>
            <a:ext cx="698500" cy="35560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pPr eaLnBrk="1" hangingPunct="1"/>
            <a:r>
              <a:rPr lang="en-US" altLang="zh-CN" sz="2700">
                <a:solidFill>
                  <a:srgbClr val="007977"/>
                </a:solidFill>
                <a:latin typeface="Arial" panose="020B0604020202020204" pitchFamily="34" charset="0"/>
              </a:rPr>
              <a:t>IP</a:t>
            </a:r>
          </a:p>
        </p:txBody>
      </p:sp>
      <p:sp>
        <p:nvSpPr>
          <p:cNvPr id="8218" name="文本框 8217"/>
          <p:cNvSpPr txBox="1"/>
          <p:nvPr/>
        </p:nvSpPr>
        <p:spPr>
          <a:xfrm>
            <a:off x="2984500" y="7124700"/>
            <a:ext cx="723900" cy="35560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pPr eaLnBrk="1" hangingPunct="1"/>
            <a:r>
              <a:rPr lang="zh-CN" altLang="en-US" sz="2700">
                <a:solidFill>
                  <a:srgbClr val="007977"/>
                </a:solidFill>
                <a:latin typeface="宋体" panose="02010600030101010101" pitchFamily="2" charset="-122"/>
              </a:rPr>
              <a:t>地</a:t>
            </a:r>
          </a:p>
          <a:p>
            <a:pPr eaLnBrk="1" hangingPunct="1"/>
            <a:endParaRPr lang="zh-CN" altLang="en-US" sz="2700">
              <a:solidFill>
                <a:srgbClr val="007977"/>
              </a:solidFill>
              <a:latin typeface="宋体" panose="02010600030101010101" pitchFamily="2" charset="-122"/>
            </a:endParaRPr>
          </a:p>
        </p:txBody>
      </p:sp>
      <p:sp>
        <p:nvSpPr>
          <p:cNvPr id="8219" name="文本框 8218"/>
          <p:cNvSpPr txBox="1"/>
          <p:nvPr/>
        </p:nvSpPr>
        <p:spPr>
          <a:xfrm>
            <a:off x="2336800" y="7543800"/>
            <a:ext cx="723900" cy="34290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pPr eaLnBrk="1" hangingPunct="1"/>
            <a:r>
              <a:rPr lang="zh-CN" altLang="en-US" sz="2700">
                <a:solidFill>
                  <a:srgbClr val="007977"/>
                </a:solidFill>
                <a:latin typeface="宋体" panose="02010600030101010101" pitchFamily="2" charset="-122"/>
              </a:rPr>
              <a:t>址</a:t>
            </a:r>
          </a:p>
        </p:txBody>
      </p:sp>
      <p:sp>
        <p:nvSpPr>
          <p:cNvPr id="8220" name="文本框 8219"/>
          <p:cNvSpPr txBox="1"/>
          <p:nvPr/>
        </p:nvSpPr>
        <p:spPr>
          <a:xfrm>
            <a:off x="2679700" y="7543800"/>
            <a:ext cx="469900" cy="34290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pPr eaLnBrk="1" hangingPunct="1"/>
            <a:r>
              <a:rPr lang="en-US" altLang="zh-CN" sz="2700">
                <a:solidFill>
                  <a:srgbClr val="007977"/>
                </a:solidFill>
                <a:latin typeface="Arial" panose="020B0604020202020204" pitchFamily="34" charset="0"/>
              </a:rPr>
              <a:t> </a:t>
            </a:r>
          </a:p>
          <a:p>
            <a:pPr eaLnBrk="1" hangingPunct="1"/>
            <a:endParaRPr lang="en-US" altLang="zh-CN" sz="2700">
              <a:solidFill>
                <a:srgbClr val="007977"/>
              </a:solidFill>
              <a:latin typeface="Arial" panose="020B0604020202020204" pitchFamily="34" charset="0"/>
            </a:endParaRPr>
          </a:p>
        </p:txBody>
      </p:sp>
      <p:sp>
        <p:nvSpPr>
          <p:cNvPr id="8221" name="文本框 8220"/>
          <p:cNvSpPr txBox="1"/>
          <p:nvPr/>
        </p:nvSpPr>
        <p:spPr>
          <a:xfrm>
            <a:off x="3683000" y="8089900"/>
            <a:ext cx="660400" cy="35560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pPr eaLnBrk="1" hangingPunct="1"/>
            <a:r>
              <a:rPr lang="en-US" altLang="zh-CN" sz="2700">
                <a:solidFill>
                  <a:srgbClr val="007977"/>
                </a:solidFill>
                <a:latin typeface="Arial" panose="020B0604020202020204" pitchFamily="34" charset="0"/>
              </a:rPr>
              <a:t>3 </a:t>
            </a:r>
          </a:p>
        </p:txBody>
      </p:sp>
      <p:sp>
        <p:nvSpPr>
          <p:cNvPr id="8222" name="文本框 8221"/>
          <p:cNvSpPr txBox="1"/>
          <p:nvPr/>
        </p:nvSpPr>
        <p:spPr>
          <a:xfrm>
            <a:off x="3962400" y="8089900"/>
            <a:ext cx="1752600" cy="35560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pPr eaLnBrk="1" hangingPunct="1"/>
            <a:r>
              <a:rPr lang="zh-CN" altLang="en-US" sz="2700">
                <a:solidFill>
                  <a:srgbClr val="007977"/>
                </a:solidFill>
                <a:latin typeface="宋体" panose="02010600030101010101" pitchFamily="2" charset="-122"/>
              </a:rPr>
              <a:t>浏览器解</a:t>
            </a:r>
          </a:p>
        </p:txBody>
      </p:sp>
      <p:sp>
        <p:nvSpPr>
          <p:cNvPr id="8223" name="文本框 8222"/>
          <p:cNvSpPr txBox="1"/>
          <p:nvPr/>
        </p:nvSpPr>
        <p:spPr>
          <a:xfrm>
            <a:off x="3657600" y="8521700"/>
            <a:ext cx="2095500" cy="34290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pPr eaLnBrk="1" hangingPunct="1"/>
            <a:r>
              <a:rPr lang="zh-CN" altLang="en-US" sz="2700">
                <a:solidFill>
                  <a:srgbClr val="007977"/>
                </a:solidFill>
                <a:latin typeface="宋体" panose="02010600030101010101" pitchFamily="2" charset="-122"/>
              </a:rPr>
              <a:t>析服务器返</a:t>
            </a:r>
          </a:p>
        </p:txBody>
      </p:sp>
      <p:sp>
        <p:nvSpPr>
          <p:cNvPr id="8224" name="文本框 8223"/>
          <p:cNvSpPr txBox="1"/>
          <p:nvPr/>
        </p:nvSpPr>
        <p:spPr>
          <a:xfrm>
            <a:off x="3822700" y="8915400"/>
            <a:ext cx="1752600" cy="34290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pPr eaLnBrk="1" hangingPunct="1"/>
            <a:r>
              <a:rPr lang="zh-CN" altLang="en-US" sz="2700">
                <a:solidFill>
                  <a:srgbClr val="007977"/>
                </a:solidFill>
                <a:latin typeface="宋体" panose="02010600030101010101" pitchFamily="2" charset="-122"/>
              </a:rPr>
              <a:t>回的信息</a:t>
            </a:r>
          </a:p>
        </p:txBody>
      </p:sp>
      <p:pic>
        <p:nvPicPr>
          <p:cNvPr id="8225" name="图片 822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86496" y="6143632"/>
            <a:ext cx="6400800" cy="35814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8226" name="文本框 8225"/>
          <p:cNvSpPr txBox="1"/>
          <p:nvPr/>
        </p:nvSpPr>
        <p:spPr>
          <a:xfrm>
            <a:off x="5194300" y="8915400"/>
            <a:ext cx="469900" cy="34290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pPr eaLnBrk="1" hangingPunct="1"/>
            <a:r>
              <a:rPr lang="en-US" altLang="zh-CN" sz="2700">
                <a:solidFill>
                  <a:srgbClr val="007977"/>
                </a:solidFill>
                <a:latin typeface="Arial" panose="020B0604020202020204" pitchFamily="34" charset="0"/>
              </a:rPr>
              <a:t> </a:t>
            </a:r>
          </a:p>
          <a:p>
            <a:pPr eaLnBrk="1" hangingPunct="1"/>
            <a:endParaRPr lang="en-US" altLang="zh-CN" sz="2700">
              <a:solidFill>
                <a:srgbClr val="007977"/>
              </a:solidFill>
              <a:latin typeface="Arial" panose="020B0604020202020204" pitchFamily="34" charset="0"/>
            </a:endParaRPr>
          </a:p>
        </p:txBody>
      </p:sp>
      <p:sp>
        <p:nvSpPr>
          <p:cNvPr id="8227" name="文本框 8226"/>
          <p:cNvSpPr txBox="1"/>
          <p:nvPr/>
        </p:nvSpPr>
        <p:spPr>
          <a:xfrm>
            <a:off x="10210800" y="8318500"/>
            <a:ext cx="965200" cy="35560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pPr eaLnBrk="1" hangingPunct="1"/>
            <a:r>
              <a:rPr lang="en-US" altLang="zh-CN" sz="2700">
                <a:solidFill>
                  <a:srgbClr val="007977"/>
                </a:solidFill>
                <a:latin typeface="Arial" panose="020B0604020202020204" pitchFamily="34" charset="0"/>
              </a:rPr>
              <a:t>4-1 </a:t>
            </a:r>
          </a:p>
        </p:txBody>
      </p:sp>
      <p:sp>
        <p:nvSpPr>
          <p:cNvPr id="8228" name="文本框 8227"/>
          <p:cNvSpPr txBox="1"/>
          <p:nvPr/>
        </p:nvSpPr>
        <p:spPr>
          <a:xfrm>
            <a:off x="10807700" y="8318500"/>
            <a:ext cx="1409700" cy="35560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pPr eaLnBrk="1" hangingPunct="1"/>
            <a:r>
              <a:rPr lang="zh-CN" altLang="en-US" sz="2700">
                <a:solidFill>
                  <a:srgbClr val="007977"/>
                </a:solidFill>
                <a:latin typeface="宋体" panose="02010600030101010101" pitchFamily="2" charset="-122"/>
              </a:rPr>
              <a:t>用户输</a:t>
            </a:r>
          </a:p>
        </p:txBody>
      </p:sp>
      <p:sp>
        <p:nvSpPr>
          <p:cNvPr id="8229" name="文本框 8228"/>
          <p:cNvSpPr txBox="1"/>
          <p:nvPr/>
        </p:nvSpPr>
        <p:spPr>
          <a:xfrm>
            <a:off x="10172700" y="8737600"/>
            <a:ext cx="2095500" cy="34290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pPr eaLnBrk="1" hangingPunct="1"/>
            <a:r>
              <a:rPr lang="zh-CN" altLang="en-US" sz="2700">
                <a:solidFill>
                  <a:srgbClr val="007977"/>
                </a:solidFill>
                <a:latin typeface="宋体" panose="02010600030101010101" pitchFamily="2" charset="-122"/>
              </a:rPr>
              <a:t>入信息提交</a:t>
            </a:r>
          </a:p>
        </p:txBody>
      </p:sp>
      <p:sp>
        <p:nvSpPr>
          <p:cNvPr id="8230" name="文本框 8229"/>
          <p:cNvSpPr txBox="1"/>
          <p:nvPr/>
        </p:nvSpPr>
        <p:spPr>
          <a:xfrm>
            <a:off x="11887200" y="8737600"/>
            <a:ext cx="469900" cy="34290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pPr eaLnBrk="1" hangingPunct="1"/>
            <a:r>
              <a:rPr lang="en-US" altLang="zh-CN" sz="2700">
                <a:solidFill>
                  <a:srgbClr val="007977"/>
                </a:solidFill>
                <a:latin typeface="Arial" panose="020B0604020202020204" pitchFamily="34" charset="0"/>
              </a:rPr>
              <a:t> </a:t>
            </a:r>
          </a:p>
          <a:p>
            <a:pPr eaLnBrk="1" hangingPunct="1"/>
            <a:endParaRPr lang="en-US" altLang="zh-CN" sz="2700">
              <a:solidFill>
                <a:srgbClr val="007977"/>
              </a:solidFill>
              <a:latin typeface="Arial" panose="020B0604020202020204" pitchFamily="34" charset="0"/>
            </a:endParaRPr>
          </a:p>
        </p:txBody>
      </p:sp>
      <p:sp>
        <p:nvSpPr>
          <p:cNvPr id="8231" name="文本框 8230"/>
          <p:cNvSpPr txBox="1"/>
          <p:nvPr/>
        </p:nvSpPr>
        <p:spPr>
          <a:xfrm>
            <a:off x="7124700" y="8204200"/>
            <a:ext cx="965200" cy="35560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pPr eaLnBrk="1" hangingPunct="1"/>
            <a:r>
              <a:rPr lang="en-US" altLang="zh-CN" sz="2700" dirty="0">
                <a:solidFill>
                  <a:srgbClr val="007977"/>
                </a:solidFill>
                <a:latin typeface="Arial" panose="020B0604020202020204" pitchFamily="34" charset="0"/>
              </a:rPr>
              <a:t>4-2 </a:t>
            </a:r>
          </a:p>
        </p:txBody>
      </p:sp>
      <p:sp>
        <p:nvSpPr>
          <p:cNvPr id="8232" name="文本框 8231"/>
          <p:cNvSpPr txBox="1"/>
          <p:nvPr/>
        </p:nvSpPr>
        <p:spPr>
          <a:xfrm>
            <a:off x="7721600" y="8204200"/>
            <a:ext cx="1409700" cy="35560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pPr eaLnBrk="1" hangingPunct="1"/>
            <a:r>
              <a:rPr lang="zh-CN" altLang="en-US" sz="2700">
                <a:solidFill>
                  <a:srgbClr val="007977"/>
                </a:solidFill>
                <a:latin typeface="宋体" panose="02010600030101010101" pitchFamily="2" charset="-122"/>
              </a:rPr>
              <a:t>用户点</a:t>
            </a:r>
          </a:p>
        </p:txBody>
      </p:sp>
      <p:sp>
        <p:nvSpPr>
          <p:cNvPr id="8233" name="文本框 8232"/>
          <p:cNvSpPr txBox="1"/>
          <p:nvPr/>
        </p:nvSpPr>
        <p:spPr>
          <a:xfrm>
            <a:off x="7086600" y="8636000"/>
            <a:ext cx="2095500" cy="34290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pPr eaLnBrk="1" hangingPunct="1"/>
            <a:r>
              <a:rPr lang="zh-CN" altLang="en-US" sz="2700">
                <a:solidFill>
                  <a:srgbClr val="007977"/>
                </a:solidFill>
                <a:latin typeface="宋体" panose="02010600030101010101" pitchFamily="2" charset="-122"/>
              </a:rPr>
              <a:t>击按钮或者</a:t>
            </a:r>
          </a:p>
        </p:txBody>
      </p:sp>
      <p:sp>
        <p:nvSpPr>
          <p:cNvPr id="8234" name="文本框 8233"/>
          <p:cNvSpPr txBox="1"/>
          <p:nvPr/>
        </p:nvSpPr>
        <p:spPr>
          <a:xfrm>
            <a:off x="7429500" y="9029700"/>
            <a:ext cx="1409700" cy="34290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pPr eaLnBrk="1" hangingPunct="1"/>
            <a:r>
              <a:rPr lang="zh-CN" altLang="en-US" sz="2700" dirty="0">
                <a:solidFill>
                  <a:srgbClr val="007977"/>
                </a:solidFill>
                <a:latin typeface="宋体" panose="02010600030101010101" pitchFamily="2" charset="-122"/>
              </a:rPr>
              <a:t>超链接</a:t>
            </a:r>
          </a:p>
        </p:txBody>
      </p:sp>
      <p:sp>
        <p:nvSpPr>
          <p:cNvPr id="8235" name="文本框 8234"/>
          <p:cNvSpPr txBox="1"/>
          <p:nvPr/>
        </p:nvSpPr>
        <p:spPr>
          <a:xfrm>
            <a:off x="8458200" y="9029700"/>
            <a:ext cx="469900" cy="34290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pPr eaLnBrk="1" hangingPunct="1"/>
            <a:r>
              <a:rPr lang="en-US" altLang="zh-CN" sz="2700">
                <a:solidFill>
                  <a:srgbClr val="007977"/>
                </a:solidFill>
                <a:latin typeface="Arial" panose="020B0604020202020204" pitchFamily="34" charset="0"/>
              </a:rPr>
              <a:t> </a:t>
            </a:r>
          </a:p>
          <a:p>
            <a:pPr eaLnBrk="1" hangingPunct="1"/>
            <a:endParaRPr lang="en-US" altLang="zh-CN" sz="2700">
              <a:solidFill>
                <a:srgbClr val="007977"/>
              </a:solidFill>
              <a:latin typeface="Arial" panose="020B0604020202020204" pitchFamily="34" charset="0"/>
            </a:endParaRPr>
          </a:p>
        </p:txBody>
      </p:sp>
      <p:sp>
        <p:nvSpPr>
          <p:cNvPr id="36" name="矩形 35"/>
          <p:cNvSpPr/>
          <p:nvPr/>
        </p:nvSpPr>
        <p:spPr>
          <a:xfrm>
            <a:off x="0" y="642906"/>
            <a:ext cx="8215370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4800" b="1" dirty="0" smtClean="0">
                <a:solidFill>
                  <a:srgbClr val="003298"/>
                </a:solidFill>
              </a:rPr>
              <a:t>1.1.2Web</a:t>
            </a:r>
            <a:r>
              <a:rPr lang="zh-CN" altLang="en-US" sz="4800" b="1" dirty="0" smtClean="0">
                <a:solidFill>
                  <a:srgbClr val="003298"/>
                </a:solidFill>
              </a:rPr>
              <a:t>简介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22" name="文本框 9221"/>
          <p:cNvSpPr txBox="1"/>
          <p:nvPr/>
        </p:nvSpPr>
        <p:spPr>
          <a:xfrm>
            <a:off x="7658100" y="101600"/>
            <a:ext cx="723900" cy="35560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pPr eaLnBrk="1" hangingPunct="1"/>
            <a:r>
              <a:rPr lang="zh-CN" altLang="en-US" sz="2700">
                <a:solidFill>
                  <a:srgbClr val="007977"/>
                </a:solidFill>
                <a:latin typeface="宋体" panose="02010600030101010101" pitchFamily="2" charset="-122"/>
              </a:rPr>
              <a:t>）</a:t>
            </a:r>
          </a:p>
        </p:txBody>
      </p:sp>
      <p:sp>
        <p:nvSpPr>
          <p:cNvPr id="9223" name="文本框 9222"/>
          <p:cNvSpPr txBox="1"/>
          <p:nvPr/>
        </p:nvSpPr>
        <p:spPr>
          <a:xfrm>
            <a:off x="8001000" y="101600"/>
            <a:ext cx="469900" cy="35560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pPr eaLnBrk="1" hangingPunct="1"/>
            <a:r>
              <a:rPr lang="en-US" altLang="zh-CN" sz="2700">
                <a:solidFill>
                  <a:srgbClr val="007977"/>
                </a:solidFill>
                <a:latin typeface="Arial" panose="020B0604020202020204" pitchFamily="34" charset="0"/>
              </a:rPr>
              <a:t> </a:t>
            </a:r>
          </a:p>
          <a:p>
            <a:pPr eaLnBrk="1" hangingPunct="1"/>
            <a:endParaRPr lang="en-US" altLang="zh-CN" sz="2700">
              <a:solidFill>
                <a:srgbClr val="007977"/>
              </a:solidFill>
              <a:latin typeface="Arial" panose="020B0604020202020204" pitchFamily="34" charset="0"/>
            </a:endParaRPr>
          </a:p>
        </p:txBody>
      </p:sp>
      <p:sp>
        <p:nvSpPr>
          <p:cNvPr id="9226" name="文本框 9225"/>
          <p:cNvSpPr txBox="1"/>
          <p:nvPr/>
        </p:nvSpPr>
        <p:spPr>
          <a:xfrm>
            <a:off x="0" y="642906"/>
            <a:ext cx="12715916" cy="830997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lstStyle/>
          <a:p>
            <a:pPr eaLnBrk="1" hangingPunct="1"/>
            <a:r>
              <a:rPr lang="en-US" altLang="zh-CN" sz="4800" b="1" dirty="0" smtClean="0">
                <a:solidFill>
                  <a:srgbClr val="003298"/>
                </a:solidFill>
              </a:rPr>
              <a:t>1.1.3 web</a:t>
            </a:r>
            <a:r>
              <a:rPr lang="zh-CN" altLang="en-US" sz="4800" b="1" dirty="0" smtClean="0">
                <a:solidFill>
                  <a:srgbClr val="003298"/>
                </a:solidFill>
                <a:latin typeface="宋体" panose="02010600030101010101" pitchFamily="2" charset="-122"/>
              </a:rPr>
              <a:t>应用的运行过程</a:t>
            </a:r>
            <a:endParaRPr lang="zh-CN" altLang="en-US" sz="4800" b="1" dirty="0">
              <a:solidFill>
                <a:srgbClr val="003298"/>
              </a:solidFill>
              <a:latin typeface="宋体" panose="02010600030101010101" pitchFamily="2" charset="-122"/>
            </a:endParaRPr>
          </a:p>
        </p:txBody>
      </p:sp>
      <p:sp>
        <p:nvSpPr>
          <p:cNvPr id="9227" name="文本框 9226"/>
          <p:cNvSpPr txBox="1"/>
          <p:nvPr/>
        </p:nvSpPr>
        <p:spPr>
          <a:xfrm>
            <a:off x="12941300" y="1358900"/>
            <a:ext cx="609600" cy="88900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pPr eaLnBrk="1" hangingPunct="1"/>
            <a:r>
              <a:rPr lang="en-US" altLang="zh-CN" sz="6600">
                <a:solidFill>
                  <a:srgbClr val="003298"/>
                </a:solidFill>
                <a:latin typeface="Arial" panose="020B0604020202020204" pitchFamily="34" charset="0"/>
              </a:rPr>
              <a:t> </a:t>
            </a:r>
          </a:p>
          <a:p>
            <a:pPr eaLnBrk="1" hangingPunct="1"/>
            <a:endParaRPr lang="en-US" altLang="zh-CN" sz="6600">
              <a:solidFill>
                <a:srgbClr val="003298"/>
              </a:solidFill>
              <a:latin typeface="Arial" panose="020B0604020202020204" pitchFamily="34" charset="0"/>
            </a:endParaRPr>
          </a:p>
        </p:txBody>
      </p:sp>
      <p:sp>
        <p:nvSpPr>
          <p:cNvPr id="9228" name="文本框 9227"/>
          <p:cNvSpPr txBox="1"/>
          <p:nvPr/>
        </p:nvSpPr>
        <p:spPr>
          <a:xfrm>
            <a:off x="1092200" y="2984500"/>
            <a:ext cx="546100" cy="64770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pPr eaLnBrk="1" hangingPunct="1"/>
            <a:r>
              <a:rPr lang="en-US" altLang="zh-CN" sz="4800">
                <a:solidFill>
                  <a:srgbClr val="007977"/>
                </a:solidFill>
                <a:latin typeface="Arial" panose="020B0604020202020204" pitchFamily="34" charset="0"/>
              </a:rPr>
              <a:t> </a:t>
            </a:r>
          </a:p>
          <a:p>
            <a:pPr eaLnBrk="1" hangingPunct="1"/>
            <a:endParaRPr lang="en-US" altLang="zh-CN" sz="4800">
              <a:solidFill>
                <a:srgbClr val="007977"/>
              </a:solidFill>
              <a:latin typeface="Arial" panose="020B0604020202020204" pitchFamily="34" charset="0"/>
            </a:endParaRPr>
          </a:p>
        </p:txBody>
      </p:sp>
      <p:sp>
        <p:nvSpPr>
          <p:cNvPr id="9229" name="文本框 9228"/>
          <p:cNvSpPr txBox="1"/>
          <p:nvPr/>
        </p:nvSpPr>
        <p:spPr>
          <a:xfrm>
            <a:off x="1727200" y="3835400"/>
            <a:ext cx="520700" cy="55880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pPr eaLnBrk="1" hangingPunct="1"/>
            <a:r>
              <a:rPr lang="en-US" altLang="zh-CN" sz="4100">
                <a:solidFill>
                  <a:srgbClr val="007977"/>
                </a:solidFill>
                <a:latin typeface="Arial" panose="020B0604020202020204" pitchFamily="34" charset="0"/>
              </a:rPr>
              <a:t> </a:t>
            </a:r>
          </a:p>
          <a:p>
            <a:pPr eaLnBrk="1" hangingPunct="1"/>
            <a:endParaRPr lang="en-US" altLang="zh-CN" sz="4100">
              <a:solidFill>
                <a:srgbClr val="007977"/>
              </a:solidFill>
              <a:latin typeface="Arial" panose="020B0604020202020204" pitchFamily="34" charset="0"/>
            </a:endParaRPr>
          </a:p>
        </p:txBody>
      </p:sp>
      <p:graphicFrame>
        <p:nvGraphicFramePr>
          <p:cNvPr id="3074" name="Object 2"/>
          <p:cNvGraphicFramePr>
            <a:graphicFrameLocks noChangeAspect="1"/>
          </p:cNvGraphicFramePr>
          <p:nvPr/>
        </p:nvGraphicFramePr>
        <p:xfrm>
          <a:off x="1785902" y="2143104"/>
          <a:ext cx="10072723" cy="2571750"/>
        </p:xfrm>
        <a:graphic>
          <a:graphicData uri="http://schemas.openxmlformats.org/presentationml/2006/ole">
            <p:oleObj spid="_x0000_s3074" r:id="rId4" imgW="3926697" imgH="1312735" progId="Visio.Drawing.11">
              <p:embed/>
            </p:oleObj>
          </a:graphicData>
        </a:graphic>
      </p:graphicFrame>
      <p:graphicFrame>
        <p:nvGraphicFramePr>
          <p:cNvPr id="3075" name="Object 3"/>
          <p:cNvGraphicFramePr>
            <a:graphicFrameLocks noChangeAspect="1"/>
          </p:cNvGraphicFramePr>
          <p:nvPr/>
        </p:nvGraphicFramePr>
        <p:xfrm>
          <a:off x="1928778" y="5857880"/>
          <a:ext cx="10501386" cy="3429024"/>
        </p:xfrm>
        <a:graphic>
          <a:graphicData uri="http://schemas.openxmlformats.org/presentationml/2006/ole">
            <p:oleObj spid="_x0000_s3075" r:id="rId5" imgW="4971220" imgH="1785426" progId="Visio.Drawing.11">
              <p:embed/>
            </p:oleObj>
          </a:graphicData>
        </a:graphic>
      </p:graphicFrame>
      <p:sp>
        <p:nvSpPr>
          <p:cNvPr id="38" name="文本框 11276"/>
          <p:cNvSpPr txBox="1"/>
          <p:nvPr/>
        </p:nvSpPr>
        <p:spPr>
          <a:xfrm>
            <a:off x="1785902" y="4643434"/>
            <a:ext cx="9525000" cy="461665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pPr algn="ctr" eaLnBrk="1" hangingPunct="1"/>
            <a:r>
              <a:rPr lang="zh-CN" altLang="en-US" sz="2400" dirty="0" smtClean="0">
                <a:latin typeface="宋体" panose="02010600030101010101" pitchFamily="2" charset="-122"/>
              </a:rPr>
              <a:t>静态网站</a:t>
            </a:r>
            <a:endParaRPr lang="zh-CN" altLang="en-US" sz="2400" dirty="0">
              <a:latin typeface="宋体" panose="02010600030101010101" pitchFamily="2" charset="-122"/>
            </a:endParaRPr>
          </a:p>
        </p:txBody>
      </p:sp>
      <p:sp>
        <p:nvSpPr>
          <p:cNvPr id="39" name="文本框 11276"/>
          <p:cNvSpPr txBox="1"/>
          <p:nvPr/>
        </p:nvSpPr>
        <p:spPr>
          <a:xfrm>
            <a:off x="2357406" y="9501218"/>
            <a:ext cx="9525000" cy="461665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pPr algn="ctr" eaLnBrk="1" hangingPunct="1"/>
            <a:r>
              <a:rPr lang="zh-CN" altLang="en-US" sz="2400" dirty="0" smtClean="0">
                <a:latin typeface="宋体" panose="02010600030101010101" pitchFamily="2" charset="-122"/>
              </a:rPr>
              <a:t>动态网站</a:t>
            </a:r>
            <a:endParaRPr lang="zh-CN" altLang="en-US" sz="2400" dirty="0">
              <a:latin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70" name="文本框 11269"/>
          <p:cNvSpPr txBox="1"/>
          <p:nvPr/>
        </p:nvSpPr>
        <p:spPr>
          <a:xfrm>
            <a:off x="7658100" y="101600"/>
            <a:ext cx="723900" cy="35560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pPr eaLnBrk="1" hangingPunct="1"/>
            <a:r>
              <a:rPr lang="zh-CN" altLang="en-US" sz="2700">
                <a:solidFill>
                  <a:srgbClr val="007977"/>
                </a:solidFill>
                <a:latin typeface="宋体" panose="02010600030101010101" pitchFamily="2" charset="-122"/>
              </a:rPr>
              <a:t>）</a:t>
            </a:r>
          </a:p>
        </p:txBody>
      </p:sp>
      <p:sp>
        <p:nvSpPr>
          <p:cNvPr id="11271" name="文本框 11270"/>
          <p:cNvSpPr txBox="1"/>
          <p:nvPr/>
        </p:nvSpPr>
        <p:spPr>
          <a:xfrm>
            <a:off x="8001000" y="101600"/>
            <a:ext cx="469900" cy="35560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pPr eaLnBrk="1" hangingPunct="1"/>
            <a:r>
              <a:rPr lang="en-US" altLang="zh-CN" sz="2700">
                <a:solidFill>
                  <a:srgbClr val="007977"/>
                </a:solidFill>
                <a:latin typeface="Arial" panose="020B0604020202020204" pitchFamily="34" charset="0"/>
              </a:rPr>
              <a:t> </a:t>
            </a:r>
          </a:p>
          <a:p>
            <a:pPr eaLnBrk="1" hangingPunct="1"/>
            <a:endParaRPr lang="en-US" altLang="zh-CN" sz="2700">
              <a:solidFill>
                <a:srgbClr val="007977"/>
              </a:solidFill>
              <a:latin typeface="Arial" panose="020B0604020202020204" pitchFamily="34" charset="0"/>
            </a:endParaRPr>
          </a:p>
        </p:txBody>
      </p:sp>
      <p:sp>
        <p:nvSpPr>
          <p:cNvPr id="11273" name="文本框 11272"/>
          <p:cNvSpPr txBox="1"/>
          <p:nvPr/>
        </p:nvSpPr>
        <p:spPr>
          <a:xfrm>
            <a:off x="357142" y="785782"/>
            <a:ext cx="9455192" cy="830997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lstStyle/>
          <a:p>
            <a:pPr eaLnBrk="1" hangingPunct="1"/>
            <a:r>
              <a:rPr lang="en-US" altLang="zh-CN" sz="4800" b="1" dirty="0" smtClean="0">
                <a:solidFill>
                  <a:srgbClr val="003298"/>
                </a:solidFill>
                <a:latin typeface="Arial" panose="020B0604020202020204" pitchFamily="34" charset="0"/>
              </a:rPr>
              <a:t>1.1.4  </a:t>
            </a:r>
            <a:r>
              <a:rPr lang="zh-CN" altLang="en-US" sz="4800" b="1" dirty="0" smtClean="0">
                <a:solidFill>
                  <a:srgbClr val="003298"/>
                </a:solidFill>
                <a:latin typeface="宋体" panose="02010600030101010101" pitchFamily="2" charset="-122"/>
              </a:rPr>
              <a:t>运行环境支持</a:t>
            </a:r>
            <a:endParaRPr lang="en-US" altLang="zh-CN" sz="4800" b="1" dirty="0">
              <a:solidFill>
                <a:srgbClr val="003298"/>
              </a:solidFill>
              <a:latin typeface="Arial" panose="020B0604020202020204" pitchFamily="34" charset="0"/>
            </a:endParaRPr>
          </a:p>
        </p:txBody>
      </p:sp>
      <p:sp>
        <p:nvSpPr>
          <p:cNvPr id="11276" name="文本框 11275"/>
          <p:cNvSpPr txBox="1"/>
          <p:nvPr/>
        </p:nvSpPr>
        <p:spPr>
          <a:xfrm>
            <a:off x="428580" y="2643170"/>
            <a:ext cx="787400" cy="49530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pPr eaLnBrk="1" hangingPunct="1"/>
            <a:r>
              <a:rPr lang="en-US" altLang="zh-CN" sz="3600" dirty="0">
                <a:solidFill>
                  <a:srgbClr val="DC5800"/>
                </a:solidFill>
                <a:latin typeface="Wingdings" panose="05000000000000000000" pitchFamily="34" charset="0"/>
              </a:rPr>
              <a:t></a:t>
            </a:r>
          </a:p>
        </p:txBody>
      </p:sp>
      <p:sp>
        <p:nvSpPr>
          <p:cNvPr id="11277" name="文本框 11276"/>
          <p:cNvSpPr txBox="1"/>
          <p:nvPr/>
        </p:nvSpPr>
        <p:spPr>
          <a:xfrm>
            <a:off x="1285836" y="2285980"/>
            <a:ext cx="9525000" cy="830997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pPr eaLnBrk="1" hangingPunct="1"/>
            <a:r>
              <a:rPr lang="zh-CN" altLang="en-US" sz="4800" dirty="0">
                <a:latin typeface="宋体" panose="02010600030101010101" pitchFamily="2" charset="-122"/>
              </a:rPr>
              <a:t>客户端程序：通用的客户端浏览器</a:t>
            </a:r>
          </a:p>
        </p:txBody>
      </p:sp>
      <p:sp>
        <p:nvSpPr>
          <p:cNvPr id="11278" name="文本框 11277"/>
          <p:cNvSpPr txBox="1"/>
          <p:nvPr/>
        </p:nvSpPr>
        <p:spPr>
          <a:xfrm>
            <a:off x="10248900" y="2971800"/>
            <a:ext cx="546100" cy="67310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pPr eaLnBrk="1" hangingPunct="1"/>
            <a:r>
              <a:rPr lang="en-US" altLang="zh-CN" sz="4800">
                <a:solidFill>
                  <a:srgbClr val="007977"/>
                </a:solidFill>
                <a:latin typeface="Arial" panose="020B0604020202020204" pitchFamily="34" charset="0"/>
              </a:rPr>
              <a:t> </a:t>
            </a:r>
          </a:p>
          <a:p>
            <a:pPr eaLnBrk="1" hangingPunct="1"/>
            <a:endParaRPr lang="en-US" altLang="zh-CN" sz="4800">
              <a:solidFill>
                <a:srgbClr val="007977"/>
              </a:solidFill>
              <a:latin typeface="Arial" panose="020B0604020202020204" pitchFamily="34" charset="0"/>
            </a:endParaRPr>
          </a:p>
        </p:txBody>
      </p:sp>
      <p:sp>
        <p:nvSpPr>
          <p:cNvPr id="11279" name="文本框 11278"/>
          <p:cNvSpPr txBox="1"/>
          <p:nvPr/>
        </p:nvSpPr>
        <p:spPr>
          <a:xfrm>
            <a:off x="1285836" y="3286112"/>
            <a:ext cx="825500" cy="49530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pPr eaLnBrk="1" hangingPunct="1"/>
            <a:r>
              <a:rPr lang="en-US" altLang="zh-CN" sz="3500" dirty="0">
                <a:solidFill>
                  <a:srgbClr val="3265FF"/>
                </a:solidFill>
                <a:latin typeface="Wingdings" panose="05000000000000000000" pitchFamily="34" charset="0"/>
              </a:rPr>
              <a:t></a:t>
            </a:r>
          </a:p>
        </p:txBody>
      </p:sp>
      <p:sp>
        <p:nvSpPr>
          <p:cNvPr id="11280" name="文本框 11279"/>
          <p:cNvSpPr txBox="1"/>
          <p:nvPr/>
        </p:nvSpPr>
        <p:spPr>
          <a:xfrm>
            <a:off x="2000216" y="3214674"/>
            <a:ext cx="2501900" cy="723275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pPr eaLnBrk="1" hangingPunct="1"/>
            <a:r>
              <a:rPr lang="zh-CN" altLang="en-US" sz="4100" dirty="0">
                <a:latin typeface="宋体" panose="02010600030101010101" pitchFamily="2" charset="-122"/>
              </a:rPr>
              <a:t>发送请求</a:t>
            </a:r>
          </a:p>
        </p:txBody>
      </p:sp>
      <p:sp>
        <p:nvSpPr>
          <p:cNvPr id="11282" name="文本框 11281"/>
          <p:cNvSpPr txBox="1"/>
          <p:nvPr/>
        </p:nvSpPr>
        <p:spPr>
          <a:xfrm>
            <a:off x="1214398" y="4071930"/>
            <a:ext cx="825500" cy="49530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pPr eaLnBrk="1" hangingPunct="1"/>
            <a:r>
              <a:rPr lang="en-US" altLang="zh-CN" sz="3500" dirty="0">
                <a:solidFill>
                  <a:srgbClr val="3265FF"/>
                </a:solidFill>
                <a:latin typeface="Wingdings" panose="05000000000000000000" pitchFamily="34" charset="0"/>
              </a:rPr>
              <a:t></a:t>
            </a:r>
          </a:p>
        </p:txBody>
      </p:sp>
      <p:sp>
        <p:nvSpPr>
          <p:cNvPr id="11283" name="文本框 11282"/>
          <p:cNvSpPr txBox="1"/>
          <p:nvPr/>
        </p:nvSpPr>
        <p:spPr>
          <a:xfrm>
            <a:off x="2000216" y="4000492"/>
            <a:ext cx="5702300" cy="723275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pPr eaLnBrk="1" hangingPunct="1"/>
            <a:r>
              <a:rPr lang="zh-CN" altLang="en-US" sz="4100" dirty="0">
                <a:latin typeface="宋体" panose="02010600030101010101" pitchFamily="2" charset="-122"/>
              </a:rPr>
              <a:t>展示服务器的响应信息</a:t>
            </a:r>
          </a:p>
        </p:txBody>
      </p:sp>
      <p:sp>
        <p:nvSpPr>
          <p:cNvPr id="11285" name="文本框 11284"/>
          <p:cNvSpPr txBox="1"/>
          <p:nvPr/>
        </p:nvSpPr>
        <p:spPr>
          <a:xfrm>
            <a:off x="584200" y="5524500"/>
            <a:ext cx="787400" cy="49530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pPr eaLnBrk="1" hangingPunct="1"/>
            <a:r>
              <a:rPr lang="en-US" altLang="zh-CN" sz="3600">
                <a:solidFill>
                  <a:srgbClr val="DC5800"/>
                </a:solidFill>
                <a:latin typeface="Wingdings" panose="05000000000000000000" pitchFamily="34" charset="0"/>
              </a:rPr>
              <a:t></a:t>
            </a:r>
          </a:p>
        </p:txBody>
      </p:sp>
      <p:sp>
        <p:nvSpPr>
          <p:cNvPr id="11286" name="文本框 11285"/>
          <p:cNvSpPr txBox="1"/>
          <p:nvPr/>
        </p:nvSpPr>
        <p:spPr>
          <a:xfrm>
            <a:off x="1092200" y="5384800"/>
            <a:ext cx="4038600" cy="830997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pPr eaLnBrk="1" hangingPunct="1"/>
            <a:r>
              <a:rPr lang="zh-CN" altLang="en-US" sz="4800" dirty="0">
                <a:latin typeface="宋体" panose="02010600030101010101" pitchFamily="2" charset="-122"/>
              </a:rPr>
              <a:t>服务器端程序</a:t>
            </a:r>
          </a:p>
        </p:txBody>
      </p:sp>
      <p:sp>
        <p:nvSpPr>
          <p:cNvPr id="11287" name="文本框 11286"/>
          <p:cNvSpPr txBox="1"/>
          <p:nvPr/>
        </p:nvSpPr>
        <p:spPr>
          <a:xfrm>
            <a:off x="4857736" y="5500690"/>
            <a:ext cx="546100" cy="67310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pPr eaLnBrk="1" hangingPunct="1"/>
            <a:r>
              <a:rPr lang="en-US" altLang="zh-CN" sz="4800">
                <a:solidFill>
                  <a:srgbClr val="007977"/>
                </a:solidFill>
                <a:latin typeface="Arial" panose="020B0604020202020204" pitchFamily="34" charset="0"/>
              </a:rPr>
              <a:t> </a:t>
            </a:r>
          </a:p>
          <a:p>
            <a:pPr eaLnBrk="1" hangingPunct="1"/>
            <a:endParaRPr lang="en-US" altLang="zh-CN" sz="4800">
              <a:solidFill>
                <a:srgbClr val="007977"/>
              </a:solidFill>
              <a:latin typeface="Arial" panose="020B0604020202020204" pitchFamily="34" charset="0"/>
            </a:endParaRPr>
          </a:p>
        </p:txBody>
      </p:sp>
      <p:sp>
        <p:nvSpPr>
          <p:cNvPr id="11288" name="文本框 11287"/>
          <p:cNvSpPr txBox="1"/>
          <p:nvPr/>
        </p:nvSpPr>
        <p:spPr>
          <a:xfrm>
            <a:off x="1270000" y="6311900"/>
            <a:ext cx="825500" cy="49530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pPr eaLnBrk="1" hangingPunct="1"/>
            <a:r>
              <a:rPr lang="en-US" altLang="zh-CN" sz="3500">
                <a:solidFill>
                  <a:srgbClr val="3265FF"/>
                </a:solidFill>
                <a:latin typeface="Wingdings" panose="05000000000000000000" pitchFamily="34" charset="0"/>
              </a:rPr>
              <a:t></a:t>
            </a:r>
          </a:p>
        </p:txBody>
      </p:sp>
      <p:sp>
        <p:nvSpPr>
          <p:cNvPr id="11289" name="文本框 11288"/>
          <p:cNvSpPr txBox="1"/>
          <p:nvPr/>
        </p:nvSpPr>
        <p:spPr>
          <a:xfrm>
            <a:off x="1727200" y="6235700"/>
            <a:ext cx="6235700" cy="723275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pPr eaLnBrk="1" hangingPunct="1"/>
            <a:r>
              <a:rPr lang="zh-CN" altLang="en-US" sz="4100" dirty="0">
                <a:latin typeface="宋体" panose="02010600030101010101" pitchFamily="2" charset="-122"/>
              </a:rPr>
              <a:t>接收请求，对用户响应；</a:t>
            </a:r>
          </a:p>
        </p:txBody>
      </p:sp>
      <p:sp>
        <p:nvSpPr>
          <p:cNvPr id="11290" name="文本框 11289"/>
          <p:cNvSpPr txBox="1"/>
          <p:nvPr/>
        </p:nvSpPr>
        <p:spPr>
          <a:xfrm>
            <a:off x="7581900" y="6235700"/>
            <a:ext cx="520700" cy="58420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pPr eaLnBrk="1" hangingPunct="1"/>
            <a:r>
              <a:rPr lang="en-US" altLang="zh-CN" sz="4100">
                <a:solidFill>
                  <a:srgbClr val="007977"/>
                </a:solidFill>
                <a:latin typeface="Arial" panose="020B0604020202020204" pitchFamily="34" charset="0"/>
              </a:rPr>
              <a:t> </a:t>
            </a:r>
          </a:p>
          <a:p>
            <a:pPr eaLnBrk="1" hangingPunct="1"/>
            <a:endParaRPr lang="en-US" altLang="zh-CN" sz="4100">
              <a:solidFill>
                <a:srgbClr val="007977"/>
              </a:solidFill>
              <a:latin typeface="Arial" panose="020B0604020202020204" pitchFamily="34" charset="0"/>
            </a:endParaRPr>
          </a:p>
        </p:txBody>
      </p:sp>
      <p:sp>
        <p:nvSpPr>
          <p:cNvPr id="11291" name="文本框 11290"/>
          <p:cNvSpPr txBox="1"/>
          <p:nvPr/>
        </p:nvSpPr>
        <p:spPr>
          <a:xfrm>
            <a:off x="1270000" y="7073900"/>
            <a:ext cx="825500" cy="49530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pPr eaLnBrk="1" hangingPunct="1"/>
            <a:r>
              <a:rPr lang="en-US" altLang="zh-CN" sz="3500">
                <a:solidFill>
                  <a:srgbClr val="3265FF"/>
                </a:solidFill>
                <a:latin typeface="Wingdings" panose="05000000000000000000" pitchFamily="34" charset="0"/>
              </a:rPr>
              <a:t></a:t>
            </a:r>
          </a:p>
        </p:txBody>
      </p:sp>
      <p:sp>
        <p:nvSpPr>
          <p:cNvPr id="11292" name="文本框 11291"/>
          <p:cNvSpPr txBox="1"/>
          <p:nvPr/>
        </p:nvSpPr>
        <p:spPr>
          <a:xfrm>
            <a:off x="1727200" y="7010400"/>
            <a:ext cx="2501900" cy="723275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pPr eaLnBrk="1" hangingPunct="1"/>
            <a:r>
              <a:rPr lang="zh-CN" altLang="en-US" sz="4100" dirty="0">
                <a:latin typeface="宋体" panose="02010600030101010101" pitchFamily="2" charset="-122"/>
              </a:rPr>
              <a:t>处理请求</a:t>
            </a:r>
          </a:p>
        </p:txBody>
      </p:sp>
      <p:sp>
        <p:nvSpPr>
          <p:cNvPr id="11293" name="文本框 11292"/>
          <p:cNvSpPr txBox="1"/>
          <p:nvPr/>
        </p:nvSpPr>
        <p:spPr>
          <a:xfrm>
            <a:off x="3848100" y="7010400"/>
            <a:ext cx="520700" cy="58420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pPr eaLnBrk="1" hangingPunct="1"/>
            <a:r>
              <a:rPr lang="en-US" altLang="zh-CN" sz="4100">
                <a:solidFill>
                  <a:srgbClr val="007977"/>
                </a:solidFill>
                <a:latin typeface="Arial" panose="020B0604020202020204" pitchFamily="34" charset="0"/>
              </a:rPr>
              <a:t> </a:t>
            </a:r>
          </a:p>
          <a:p>
            <a:pPr eaLnBrk="1" hangingPunct="1"/>
            <a:endParaRPr lang="en-US" altLang="zh-CN" sz="4100">
              <a:solidFill>
                <a:srgbClr val="007977"/>
              </a:solidFill>
              <a:latin typeface="Arial" panose="020B0604020202020204" pitchFamily="34" charset="0"/>
            </a:endParaRPr>
          </a:p>
        </p:txBody>
      </p:sp>
      <p:sp>
        <p:nvSpPr>
          <p:cNvPr id="11294" name="文本框 11293"/>
          <p:cNvSpPr txBox="1"/>
          <p:nvPr/>
        </p:nvSpPr>
        <p:spPr>
          <a:xfrm>
            <a:off x="584200" y="7937500"/>
            <a:ext cx="787400" cy="49530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pPr eaLnBrk="1" hangingPunct="1"/>
            <a:r>
              <a:rPr lang="en-US" altLang="zh-CN" sz="3600">
                <a:solidFill>
                  <a:srgbClr val="DC5800"/>
                </a:solidFill>
                <a:latin typeface="Wingdings" panose="05000000000000000000" pitchFamily="34" charset="0"/>
              </a:rPr>
              <a:t></a:t>
            </a:r>
          </a:p>
        </p:txBody>
      </p:sp>
      <p:sp>
        <p:nvSpPr>
          <p:cNvPr id="11295" name="文本框 11294"/>
          <p:cNvSpPr txBox="1"/>
          <p:nvPr/>
        </p:nvSpPr>
        <p:spPr>
          <a:xfrm>
            <a:off x="1092200" y="7797800"/>
            <a:ext cx="7696200" cy="829945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pPr eaLnBrk="1" hangingPunct="1"/>
            <a:r>
              <a:rPr lang="zh-CN" altLang="en-US" sz="4800" dirty="0">
                <a:latin typeface="宋体" panose="02010600030101010101" pitchFamily="2" charset="-122"/>
              </a:rPr>
              <a:t>网络：连接服务器与客户端</a:t>
            </a:r>
          </a:p>
        </p:txBody>
      </p:sp>
      <p:sp>
        <p:nvSpPr>
          <p:cNvPr id="11296" name="文本框 11295"/>
          <p:cNvSpPr txBox="1"/>
          <p:nvPr/>
        </p:nvSpPr>
        <p:spPr>
          <a:xfrm>
            <a:off x="8420100" y="7797800"/>
            <a:ext cx="698500" cy="67310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pPr eaLnBrk="1" hangingPunct="1"/>
            <a:r>
              <a:rPr lang="en-US" altLang="zh-CN" sz="4800">
                <a:solidFill>
                  <a:srgbClr val="007977"/>
                </a:solidFill>
                <a:latin typeface="Arial" panose="020B0604020202020204" pitchFamily="34" charset="0"/>
              </a:rPr>
              <a:t>  </a:t>
            </a:r>
          </a:p>
          <a:p>
            <a:pPr eaLnBrk="1" hangingPunct="1"/>
            <a:endParaRPr lang="en-US" altLang="zh-CN" sz="4800">
              <a:solidFill>
                <a:srgbClr val="007977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9" name="文本框 16388"/>
          <p:cNvSpPr txBox="1"/>
          <p:nvPr/>
        </p:nvSpPr>
        <p:spPr>
          <a:xfrm>
            <a:off x="6146800" y="266700"/>
            <a:ext cx="558800" cy="83820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pPr eaLnBrk="1" hangingPunct="1"/>
            <a:r>
              <a:rPr lang="en-US" altLang="zh-CN" sz="5900">
                <a:solidFill>
                  <a:srgbClr val="FFFFFF"/>
                </a:solidFill>
                <a:latin typeface="Times" pitchFamily="34" charset="0"/>
              </a:rPr>
              <a:t> </a:t>
            </a:r>
          </a:p>
          <a:p>
            <a:pPr eaLnBrk="1" hangingPunct="1"/>
            <a:endParaRPr lang="en-US" altLang="zh-CN" sz="5900">
              <a:solidFill>
                <a:srgbClr val="FFFFFF"/>
              </a:solidFill>
              <a:latin typeface="Times" pitchFamily="34" charset="0"/>
            </a:endParaRPr>
          </a:p>
        </p:txBody>
      </p:sp>
      <p:sp>
        <p:nvSpPr>
          <p:cNvPr id="16391" name="文本框 16390"/>
          <p:cNvSpPr txBox="1"/>
          <p:nvPr/>
        </p:nvSpPr>
        <p:spPr>
          <a:xfrm>
            <a:off x="857208" y="2000228"/>
            <a:ext cx="12501602" cy="7363554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lstStyle/>
          <a:p>
            <a:pPr eaLnBrk="1" hangingPunct="1">
              <a:lnSpc>
                <a:spcPct val="150000"/>
              </a:lnSpc>
              <a:buFont typeface="Wingdings" pitchFamily="2" charset="2"/>
              <a:buChar char="u"/>
            </a:pPr>
            <a:r>
              <a:rPr lang="zh-CN" altLang="en-US" sz="3200" dirty="0">
                <a:latin typeface="宋体" panose="02010600030101010101" pitchFamily="2" charset="-122"/>
              </a:rPr>
              <a:t>超文本传输</a:t>
            </a:r>
            <a:r>
              <a:rPr lang="zh-CN" altLang="en-US" sz="3200" dirty="0" smtClean="0">
                <a:latin typeface="宋体" panose="02010600030101010101" pitchFamily="2" charset="-122"/>
              </a:rPr>
              <a:t>协议（</a:t>
            </a:r>
            <a:r>
              <a:rPr lang="en-US" altLang="zh-CN" sz="3200" dirty="0" smtClean="0">
                <a:latin typeface="宋体" panose="02010600030101010101" pitchFamily="2" charset="-122"/>
              </a:rPr>
              <a:t>Hypertext Transfer Protocol</a:t>
            </a:r>
            <a:r>
              <a:rPr lang="zh-CN" altLang="en-US" sz="3200" dirty="0" smtClean="0">
                <a:latin typeface="宋体" panose="02010600030101010101" pitchFamily="2" charset="-122"/>
              </a:rPr>
              <a:t>）：</a:t>
            </a:r>
            <a:endParaRPr lang="en-US" altLang="zh-CN" sz="3200" dirty="0" smtClean="0">
              <a:latin typeface="宋体" panose="02010600030101010101" pitchFamily="2" charset="-122"/>
            </a:endParaRPr>
          </a:p>
          <a:p>
            <a:pPr eaLnBrk="1" hangingPunct="1">
              <a:lnSpc>
                <a:spcPct val="150000"/>
              </a:lnSpc>
            </a:pPr>
            <a:r>
              <a:rPr lang="zh-CN" altLang="en-US" sz="3200" dirty="0" smtClean="0">
                <a:latin typeface="宋体" panose="02010600030101010101" pitchFamily="2" charset="-122"/>
              </a:rPr>
              <a:t>客户端若想获得</a:t>
            </a:r>
            <a:r>
              <a:rPr lang="en-US" altLang="zh-CN" sz="3200" dirty="0" smtClean="0">
                <a:latin typeface="宋体" panose="02010600030101010101" pitchFamily="2" charset="-122"/>
              </a:rPr>
              <a:t>web</a:t>
            </a:r>
            <a:r>
              <a:rPr lang="zh-CN" altLang="en-US" sz="3200" dirty="0" smtClean="0">
                <a:latin typeface="宋体" panose="02010600030101010101" pitchFamily="2" charset="-122"/>
              </a:rPr>
              <a:t>服务器的某个资源，需遵守一定的通信格式，该协议用于定义客户端和服务器通信的格式</a:t>
            </a:r>
            <a:endParaRPr lang="en-US" altLang="zh-CN" sz="3200" dirty="0" smtClean="0">
              <a:latin typeface="宋体" panose="02010600030101010101" pitchFamily="2" charset="-122"/>
            </a:endParaRPr>
          </a:p>
          <a:p>
            <a:pPr eaLnBrk="1" hangingPunct="1">
              <a:lnSpc>
                <a:spcPct val="150000"/>
              </a:lnSpc>
            </a:pPr>
            <a:endParaRPr lang="en-US" altLang="zh-CN" sz="3200" dirty="0" smtClean="0">
              <a:latin typeface="宋体" panose="02010600030101010101" pitchFamily="2" charset="-122"/>
            </a:endParaRPr>
          </a:p>
          <a:p>
            <a:pPr eaLnBrk="1" hangingPunct="1">
              <a:lnSpc>
                <a:spcPct val="150000"/>
              </a:lnSpc>
              <a:buFont typeface="Wingdings" pitchFamily="2" charset="2"/>
              <a:buChar char="u"/>
            </a:pPr>
            <a:r>
              <a:rPr lang="en-US" altLang="zh-CN" sz="3200" dirty="0" smtClean="0">
                <a:latin typeface="宋体" panose="02010600030101010101" pitchFamily="2" charset="-122"/>
              </a:rPr>
              <a:t>HTTP</a:t>
            </a:r>
            <a:r>
              <a:rPr lang="zh-CN" altLang="en-US" sz="3200" dirty="0" smtClean="0">
                <a:latin typeface="宋体" panose="02010600030101010101" pitchFamily="2" charset="-122"/>
              </a:rPr>
              <a:t>协议是基于请求</a:t>
            </a:r>
            <a:r>
              <a:rPr lang="en-US" altLang="zh-CN" sz="3200" dirty="0" smtClean="0">
                <a:latin typeface="宋体" panose="02010600030101010101" pitchFamily="2" charset="-122"/>
              </a:rPr>
              <a:t>-</a:t>
            </a:r>
            <a:r>
              <a:rPr lang="zh-CN" altLang="en-US" sz="3200" dirty="0" smtClean="0">
                <a:latin typeface="宋体" panose="02010600030101010101" pitchFamily="2" charset="-122"/>
              </a:rPr>
              <a:t>响应（</a:t>
            </a:r>
            <a:r>
              <a:rPr lang="en-US" altLang="zh-CN" sz="3200" dirty="0" smtClean="0">
                <a:latin typeface="宋体" panose="02010600030101010101" pitchFamily="2" charset="-122"/>
              </a:rPr>
              <a:t>request-response</a:t>
            </a:r>
            <a:r>
              <a:rPr lang="zh-CN" altLang="en-US" sz="3200" dirty="0" smtClean="0">
                <a:latin typeface="宋体" panose="02010600030101010101" pitchFamily="2" charset="-122"/>
              </a:rPr>
              <a:t>）的无状态的协议，这种请求响应的过程如图所</a:t>
            </a:r>
            <a:r>
              <a:rPr lang="zh-CN" altLang="en-US" sz="3200" dirty="0" smtClean="0">
                <a:latin typeface="宋体" panose="02010600030101010101" pitchFamily="2" charset="-122"/>
              </a:rPr>
              <a:t>示</a:t>
            </a:r>
            <a:endParaRPr lang="en-US" altLang="zh-CN" sz="4100" dirty="0" smtClean="0">
              <a:solidFill>
                <a:srgbClr val="FF0000"/>
              </a:solidFill>
              <a:latin typeface="Times New Roman" panose="02020603050405020304" charset="0"/>
            </a:endParaRPr>
          </a:p>
          <a:p>
            <a:pPr eaLnBrk="1" hangingPunct="1">
              <a:lnSpc>
                <a:spcPct val="150000"/>
              </a:lnSpc>
            </a:pPr>
            <a:endParaRPr lang="zh-CN" altLang="en-US" sz="4100" dirty="0" smtClean="0">
              <a:solidFill>
                <a:srgbClr val="FF0000"/>
              </a:solidFill>
              <a:latin typeface="新宋体" panose="02010609030101010101" pitchFamily="34" charset="-122"/>
            </a:endParaRPr>
          </a:p>
          <a:p>
            <a:pPr eaLnBrk="1" hangingPunct="1">
              <a:lnSpc>
                <a:spcPct val="150000"/>
              </a:lnSpc>
            </a:pPr>
            <a:endParaRPr lang="zh-CN" altLang="en-US" sz="4100" dirty="0" smtClean="0">
              <a:solidFill>
                <a:srgbClr val="000000"/>
              </a:solidFill>
              <a:latin typeface="新宋体" panose="02010609030101010101" pitchFamily="34" charset="-122"/>
            </a:endParaRPr>
          </a:p>
          <a:p>
            <a:pPr eaLnBrk="1" hangingPunct="1">
              <a:lnSpc>
                <a:spcPct val="150000"/>
              </a:lnSpc>
            </a:pPr>
            <a:endParaRPr lang="zh-CN" altLang="en-US" sz="4100" dirty="0">
              <a:solidFill>
                <a:srgbClr val="007977"/>
              </a:solidFill>
              <a:latin typeface="宋体" panose="02010600030101010101" pitchFamily="2" charset="-122"/>
            </a:endParaRPr>
          </a:p>
        </p:txBody>
      </p:sp>
      <p:sp>
        <p:nvSpPr>
          <p:cNvPr id="16418" name="文本框 16417"/>
          <p:cNvSpPr txBox="1"/>
          <p:nvPr/>
        </p:nvSpPr>
        <p:spPr>
          <a:xfrm>
            <a:off x="12725400" y="6235700"/>
            <a:ext cx="635000" cy="52070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pPr eaLnBrk="1" hangingPunct="1"/>
            <a:r>
              <a:rPr lang="en-US" altLang="zh-CN" sz="4100">
                <a:solidFill>
                  <a:srgbClr val="000000"/>
                </a:solidFill>
                <a:latin typeface="Times New Roman" panose="02020603050405020304" charset="0"/>
              </a:rPr>
              <a:t>  </a:t>
            </a:r>
          </a:p>
          <a:p>
            <a:pPr eaLnBrk="1" hangingPunct="1"/>
            <a:endParaRPr lang="en-US" altLang="zh-CN" sz="4100">
              <a:solidFill>
                <a:srgbClr val="000000"/>
              </a:solidFill>
              <a:latin typeface="Times New Roman" panose="02020603050405020304" charset="0"/>
            </a:endParaRPr>
          </a:p>
        </p:txBody>
      </p:sp>
      <p:grpSp>
        <p:nvGrpSpPr>
          <p:cNvPr id="16" name="组合 15"/>
          <p:cNvGrpSpPr/>
          <p:nvPr/>
        </p:nvGrpSpPr>
        <p:grpSpPr>
          <a:xfrm>
            <a:off x="3000348" y="7215202"/>
            <a:ext cx="7683500" cy="1947878"/>
            <a:chOff x="3214662" y="7327900"/>
            <a:chExt cx="7683500" cy="1947878"/>
          </a:xfrm>
        </p:grpSpPr>
        <p:pic>
          <p:nvPicPr>
            <p:cNvPr id="16419" name="图片 16418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214662" y="7358078"/>
              <a:ext cx="7683500" cy="1917700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16420" name="文本框 16419"/>
            <p:cNvSpPr txBox="1"/>
            <p:nvPr/>
          </p:nvSpPr>
          <p:spPr>
            <a:xfrm>
              <a:off x="3962400" y="7374790"/>
              <a:ext cx="1079500" cy="368300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lstStyle/>
            <a:p>
              <a:pPr eaLnBrk="1" hangingPunct="1"/>
              <a:r>
                <a:rPr lang="en-US" altLang="zh-CN" sz="2700" dirty="0">
                  <a:solidFill>
                    <a:srgbClr val="000000"/>
                  </a:solidFill>
                  <a:latin typeface="Times New Roman" panose="02020603050405020304" charset="0"/>
                </a:rPr>
                <a:t>Web </a:t>
              </a:r>
            </a:p>
          </p:txBody>
        </p:sp>
        <p:sp>
          <p:nvSpPr>
            <p:cNvPr id="16421" name="文本框 16420"/>
            <p:cNvSpPr txBox="1"/>
            <p:nvPr/>
          </p:nvSpPr>
          <p:spPr>
            <a:xfrm>
              <a:off x="3759200" y="7886700"/>
              <a:ext cx="1409700" cy="342900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lstStyle/>
            <a:p>
              <a:pPr eaLnBrk="1" hangingPunct="1"/>
              <a:r>
                <a:rPr lang="zh-CN" altLang="en-US" sz="2700" dirty="0">
                  <a:solidFill>
                    <a:srgbClr val="000000"/>
                  </a:solidFill>
                  <a:latin typeface="宋体" panose="02010600030101010101" pitchFamily="2" charset="-122"/>
                </a:rPr>
                <a:t>浏览器</a:t>
              </a:r>
            </a:p>
          </p:txBody>
        </p:sp>
        <p:sp>
          <p:nvSpPr>
            <p:cNvPr id="16422" name="文本框 16421"/>
            <p:cNvSpPr txBox="1"/>
            <p:nvPr/>
          </p:nvSpPr>
          <p:spPr>
            <a:xfrm>
              <a:off x="4787900" y="7886700"/>
              <a:ext cx="457200" cy="342900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lstStyle/>
            <a:p>
              <a:pPr eaLnBrk="1" hangingPunct="1"/>
              <a:r>
                <a:rPr lang="en-US" altLang="zh-CN" sz="2700">
                  <a:solidFill>
                    <a:srgbClr val="000000"/>
                  </a:solidFill>
                  <a:latin typeface="Times New Roman" panose="02020603050405020304" charset="0"/>
                </a:rPr>
                <a:t> </a:t>
              </a:r>
            </a:p>
            <a:p>
              <a:pPr eaLnBrk="1" hangingPunct="1"/>
              <a:endParaRPr lang="en-US" altLang="zh-CN" sz="2700">
                <a:solidFill>
                  <a:srgbClr val="000000"/>
                </a:solidFill>
                <a:latin typeface="Times New Roman" panose="02020603050405020304" charset="0"/>
              </a:endParaRPr>
            </a:p>
          </p:txBody>
        </p:sp>
        <p:sp>
          <p:nvSpPr>
            <p:cNvPr id="16423" name="文本框 16422"/>
            <p:cNvSpPr txBox="1"/>
            <p:nvPr/>
          </p:nvSpPr>
          <p:spPr>
            <a:xfrm>
              <a:off x="9215454" y="7470776"/>
              <a:ext cx="1079500" cy="368300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lstStyle/>
            <a:p>
              <a:pPr eaLnBrk="1" hangingPunct="1"/>
              <a:r>
                <a:rPr lang="en-US" altLang="zh-CN" sz="2700" dirty="0">
                  <a:solidFill>
                    <a:srgbClr val="000000"/>
                  </a:solidFill>
                  <a:latin typeface="Times New Roman" panose="02020603050405020304" charset="0"/>
                </a:rPr>
                <a:t>Web </a:t>
              </a:r>
            </a:p>
          </p:txBody>
        </p:sp>
        <p:sp>
          <p:nvSpPr>
            <p:cNvPr id="16424" name="文本框 16423"/>
            <p:cNvSpPr txBox="1"/>
            <p:nvPr/>
          </p:nvSpPr>
          <p:spPr>
            <a:xfrm>
              <a:off x="8929702" y="7970842"/>
              <a:ext cx="1409700" cy="342900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lstStyle/>
            <a:p>
              <a:pPr eaLnBrk="1" hangingPunct="1"/>
              <a:r>
                <a:rPr lang="zh-CN" altLang="en-US" sz="2700" dirty="0" smtClean="0">
                  <a:solidFill>
                    <a:srgbClr val="000000"/>
                  </a:solidFill>
                  <a:latin typeface="宋体" panose="02010600030101010101" pitchFamily="2" charset="-122"/>
                </a:rPr>
                <a:t>服务器</a:t>
              </a:r>
              <a:endParaRPr lang="zh-CN" altLang="en-US" sz="2700" dirty="0">
                <a:solidFill>
                  <a:srgbClr val="000000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16426" name="文本框 16425"/>
            <p:cNvSpPr txBox="1"/>
            <p:nvPr/>
          </p:nvSpPr>
          <p:spPr>
            <a:xfrm>
              <a:off x="6000744" y="7572392"/>
              <a:ext cx="2571768" cy="92333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 anchor="t" anchorCtr="0">
              <a:spAutoFit/>
            </a:bodyPr>
            <a:lstStyle/>
            <a:p>
              <a:pPr eaLnBrk="1" hangingPunct="1"/>
              <a:r>
                <a:rPr lang="en-US" altLang="zh-CN" sz="2700" dirty="0" smtClean="0">
                  <a:solidFill>
                    <a:srgbClr val="000000"/>
                  </a:solidFill>
                  <a:latin typeface="Times New Roman" panose="02020603050405020304" charset="0"/>
                </a:rPr>
                <a:t>HTTP</a:t>
              </a:r>
              <a:r>
                <a:rPr lang="zh-CN" altLang="en-US" sz="2700" dirty="0" smtClean="0">
                  <a:solidFill>
                    <a:srgbClr val="000000"/>
                  </a:solidFill>
                  <a:latin typeface="宋体" panose="02010600030101010101" pitchFamily="2" charset="-122"/>
                </a:rPr>
                <a:t>请求</a:t>
              </a:r>
            </a:p>
            <a:p>
              <a:pPr eaLnBrk="1" hangingPunct="1"/>
              <a:endParaRPr lang="en-US" altLang="zh-CN" sz="2700" dirty="0">
                <a:solidFill>
                  <a:srgbClr val="000000"/>
                </a:solidFill>
                <a:latin typeface="Times New Roman" panose="02020603050405020304" charset="0"/>
              </a:endParaRPr>
            </a:p>
          </p:txBody>
        </p:sp>
        <p:sp>
          <p:nvSpPr>
            <p:cNvPr id="16428" name="文本框 16427"/>
            <p:cNvSpPr txBox="1"/>
            <p:nvPr/>
          </p:nvSpPr>
          <p:spPr>
            <a:xfrm>
              <a:off x="7607300" y="7327900"/>
              <a:ext cx="457200" cy="368300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lstStyle/>
            <a:p>
              <a:pPr eaLnBrk="1" hangingPunct="1"/>
              <a:r>
                <a:rPr lang="en-US" altLang="zh-CN" sz="2700">
                  <a:solidFill>
                    <a:srgbClr val="000000"/>
                  </a:solidFill>
                  <a:latin typeface="Times New Roman" panose="02020603050405020304" charset="0"/>
                </a:rPr>
                <a:t> </a:t>
              </a:r>
            </a:p>
            <a:p>
              <a:pPr eaLnBrk="1" hangingPunct="1"/>
              <a:endParaRPr lang="en-US" altLang="zh-CN" sz="2700">
                <a:solidFill>
                  <a:srgbClr val="000000"/>
                </a:solidFill>
                <a:latin typeface="Times New Roman" panose="02020603050405020304" charset="0"/>
              </a:endParaRPr>
            </a:p>
          </p:txBody>
        </p:sp>
        <p:sp>
          <p:nvSpPr>
            <p:cNvPr id="16429" name="文本框 16428"/>
            <p:cNvSpPr txBox="1"/>
            <p:nvPr/>
          </p:nvSpPr>
          <p:spPr>
            <a:xfrm>
              <a:off x="6045200" y="8719040"/>
              <a:ext cx="1884370" cy="5078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 anchor="t" anchorCtr="0">
              <a:spAutoFit/>
            </a:bodyPr>
            <a:lstStyle/>
            <a:p>
              <a:pPr eaLnBrk="1" hangingPunct="1"/>
              <a:r>
                <a:rPr lang="en-US" altLang="zh-CN" sz="2700" dirty="0" smtClean="0">
                  <a:solidFill>
                    <a:srgbClr val="000000"/>
                  </a:solidFill>
                  <a:latin typeface="Times New Roman" panose="02020603050405020304" charset="0"/>
                </a:rPr>
                <a:t>HTTP</a:t>
              </a:r>
              <a:r>
                <a:rPr lang="zh-CN" altLang="en-US" sz="2700" dirty="0" smtClean="0">
                  <a:solidFill>
                    <a:srgbClr val="000000"/>
                  </a:solidFill>
                  <a:latin typeface="Times New Roman" panose="02020603050405020304" charset="0"/>
                </a:rPr>
                <a:t>响应</a:t>
              </a:r>
              <a:endParaRPr lang="en-US" altLang="zh-CN" sz="2700" dirty="0">
                <a:solidFill>
                  <a:srgbClr val="000000"/>
                </a:solidFill>
                <a:latin typeface="Times New Roman" panose="02020603050405020304" charset="0"/>
              </a:endParaRPr>
            </a:p>
          </p:txBody>
        </p:sp>
      </p:grpSp>
      <p:sp>
        <p:nvSpPr>
          <p:cNvPr id="13321" name="文本框 13320"/>
          <p:cNvSpPr txBox="1"/>
          <p:nvPr/>
        </p:nvSpPr>
        <p:spPr>
          <a:xfrm>
            <a:off x="642894" y="785782"/>
            <a:ext cx="6890385" cy="830997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lstStyle/>
          <a:p>
            <a:pPr eaLnBrk="1" hangingPunct="1"/>
            <a:r>
              <a:rPr lang="en-US" altLang="zh-CN" sz="4800" b="1" dirty="0" smtClean="0">
                <a:solidFill>
                  <a:srgbClr val="003298"/>
                </a:solidFill>
              </a:rPr>
              <a:t>1.1.5 </a:t>
            </a:r>
            <a:r>
              <a:rPr lang="en-US" altLang="zh-CN" sz="4800" b="1" dirty="0">
                <a:solidFill>
                  <a:srgbClr val="003298"/>
                </a:solidFill>
              </a:rPr>
              <a:t>HTTP</a:t>
            </a:r>
            <a:r>
              <a:rPr lang="zh-CN" altLang="en-US" sz="4800" b="1" dirty="0">
                <a:solidFill>
                  <a:srgbClr val="003298"/>
                </a:solidFill>
              </a:rPr>
              <a:t>协议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8" name="文本框 13317"/>
          <p:cNvSpPr txBox="1"/>
          <p:nvPr/>
        </p:nvSpPr>
        <p:spPr>
          <a:xfrm>
            <a:off x="7658100" y="101600"/>
            <a:ext cx="723900" cy="35560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pPr eaLnBrk="1" hangingPunct="1"/>
            <a:r>
              <a:rPr lang="zh-CN" altLang="en-US" sz="2700">
                <a:solidFill>
                  <a:srgbClr val="007977"/>
                </a:solidFill>
                <a:latin typeface="宋体" panose="02010600030101010101" pitchFamily="2" charset="-122"/>
              </a:rPr>
              <a:t>）</a:t>
            </a:r>
          </a:p>
        </p:txBody>
      </p:sp>
      <p:sp>
        <p:nvSpPr>
          <p:cNvPr id="13319" name="文本框 13318"/>
          <p:cNvSpPr txBox="1"/>
          <p:nvPr/>
        </p:nvSpPr>
        <p:spPr>
          <a:xfrm>
            <a:off x="8001000" y="101600"/>
            <a:ext cx="469900" cy="35560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pPr eaLnBrk="1" hangingPunct="1"/>
            <a:r>
              <a:rPr lang="en-US" altLang="zh-CN" sz="2700">
                <a:solidFill>
                  <a:srgbClr val="007977"/>
                </a:solidFill>
                <a:latin typeface="Arial" panose="020B0604020202020204" pitchFamily="34" charset="0"/>
              </a:rPr>
              <a:t> </a:t>
            </a:r>
          </a:p>
          <a:p>
            <a:pPr eaLnBrk="1" hangingPunct="1"/>
            <a:endParaRPr lang="en-US" altLang="zh-CN" sz="2700">
              <a:solidFill>
                <a:srgbClr val="007977"/>
              </a:solidFill>
              <a:latin typeface="Arial" panose="020B0604020202020204" pitchFamily="34" charset="0"/>
            </a:endParaRPr>
          </a:p>
        </p:txBody>
      </p:sp>
      <p:sp>
        <p:nvSpPr>
          <p:cNvPr id="13321" name="文本框 13320"/>
          <p:cNvSpPr txBox="1"/>
          <p:nvPr/>
        </p:nvSpPr>
        <p:spPr>
          <a:xfrm>
            <a:off x="500018" y="1428724"/>
            <a:ext cx="6890385" cy="830997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lstStyle/>
          <a:p>
            <a:pPr eaLnBrk="1" hangingPunct="1"/>
            <a:r>
              <a:rPr lang="en-US" altLang="zh-CN" sz="4800" b="1" dirty="0" smtClean="0">
                <a:solidFill>
                  <a:srgbClr val="003298"/>
                </a:solidFill>
                <a:latin typeface="Arial Bold" pitchFamily="34" charset="0"/>
              </a:rPr>
              <a:t>1.1.5 HTTP</a:t>
            </a:r>
            <a:r>
              <a:rPr lang="zh-CN" altLang="en-US" sz="4800" b="1" dirty="0" smtClean="0">
                <a:solidFill>
                  <a:srgbClr val="003298"/>
                </a:solidFill>
                <a:latin typeface="宋体" panose="02010600030101010101" pitchFamily="2" charset="-122"/>
              </a:rPr>
              <a:t>协议</a:t>
            </a:r>
            <a:endParaRPr lang="en-US" altLang="zh-CN" sz="4800" b="1" dirty="0">
              <a:solidFill>
                <a:srgbClr val="003298"/>
              </a:solidFill>
              <a:latin typeface="Arial Bold" pitchFamily="34" charset="0"/>
            </a:endParaRPr>
          </a:p>
        </p:txBody>
      </p:sp>
      <p:sp>
        <p:nvSpPr>
          <p:cNvPr id="13323" name="文本框 13322"/>
          <p:cNvSpPr txBox="1"/>
          <p:nvPr/>
        </p:nvSpPr>
        <p:spPr>
          <a:xfrm>
            <a:off x="9842500" y="1358900"/>
            <a:ext cx="609600" cy="88900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pPr eaLnBrk="1" hangingPunct="1"/>
            <a:r>
              <a:rPr lang="en-US" altLang="zh-CN" sz="6600" b="1">
                <a:solidFill>
                  <a:srgbClr val="003298"/>
                </a:solidFill>
                <a:latin typeface="Arial Bold" pitchFamily="34" charset="0"/>
              </a:rPr>
              <a:t> </a:t>
            </a:r>
          </a:p>
          <a:p>
            <a:pPr eaLnBrk="1" hangingPunct="1"/>
            <a:endParaRPr lang="en-US" altLang="zh-CN" sz="6600" b="1">
              <a:solidFill>
                <a:srgbClr val="003298"/>
              </a:solidFill>
              <a:latin typeface="Arial Bold" pitchFamily="34" charset="0"/>
            </a:endParaRPr>
          </a:p>
        </p:txBody>
      </p:sp>
      <p:sp>
        <p:nvSpPr>
          <p:cNvPr id="13324" name="文本框 13323"/>
          <p:cNvSpPr txBox="1"/>
          <p:nvPr/>
        </p:nvSpPr>
        <p:spPr>
          <a:xfrm>
            <a:off x="584200" y="3111500"/>
            <a:ext cx="787400" cy="49530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pPr eaLnBrk="1" hangingPunct="1"/>
            <a:r>
              <a:rPr lang="en-US" altLang="zh-CN" sz="3600">
                <a:solidFill>
                  <a:srgbClr val="DC5800"/>
                </a:solidFill>
                <a:latin typeface="Wingdings" panose="05000000000000000000" pitchFamily="34" charset="0"/>
              </a:rPr>
              <a:t></a:t>
            </a:r>
          </a:p>
        </p:txBody>
      </p:sp>
      <p:sp>
        <p:nvSpPr>
          <p:cNvPr id="13326" name="文本框 13325"/>
          <p:cNvSpPr txBox="1"/>
          <p:nvPr/>
        </p:nvSpPr>
        <p:spPr>
          <a:xfrm>
            <a:off x="1214398" y="3071798"/>
            <a:ext cx="8515360" cy="646331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lstStyle/>
          <a:p>
            <a:pPr eaLnBrk="1" hangingPunct="1"/>
            <a:r>
              <a:rPr lang="en-US" altLang="zh-CN" sz="3600" dirty="0" smtClean="0"/>
              <a:t>Web</a:t>
            </a:r>
            <a:r>
              <a:rPr lang="zh-CN" altLang="en-US" sz="3600" dirty="0" smtClean="0">
                <a:latin typeface="宋体" panose="02010600030101010101" pitchFamily="2" charset="-122"/>
              </a:rPr>
              <a:t>应用</a:t>
            </a:r>
            <a:r>
              <a:rPr lang="zh-CN" altLang="en-US" sz="3600" dirty="0">
                <a:latin typeface="宋体" panose="02010600030101010101" pitchFamily="2" charset="-122"/>
              </a:rPr>
              <a:t>所使用的主要协议；</a:t>
            </a:r>
          </a:p>
        </p:txBody>
      </p:sp>
      <p:sp>
        <p:nvSpPr>
          <p:cNvPr id="13327" name="文本框 13326"/>
          <p:cNvSpPr txBox="1"/>
          <p:nvPr/>
        </p:nvSpPr>
        <p:spPr>
          <a:xfrm>
            <a:off x="9067800" y="2971800"/>
            <a:ext cx="546100" cy="67310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pPr eaLnBrk="1" hangingPunct="1"/>
            <a:r>
              <a:rPr lang="en-US" altLang="zh-CN" sz="4800">
                <a:solidFill>
                  <a:srgbClr val="007977"/>
                </a:solidFill>
                <a:latin typeface="Arial" panose="020B0604020202020204" pitchFamily="34" charset="0"/>
              </a:rPr>
              <a:t> </a:t>
            </a:r>
          </a:p>
          <a:p>
            <a:pPr eaLnBrk="1" hangingPunct="1"/>
            <a:endParaRPr lang="en-US" altLang="zh-CN" sz="4800">
              <a:solidFill>
                <a:srgbClr val="007977"/>
              </a:solidFill>
              <a:latin typeface="Arial" panose="020B0604020202020204" pitchFamily="34" charset="0"/>
            </a:endParaRPr>
          </a:p>
        </p:txBody>
      </p:sp>
      <p:sp>
        <p:nvSpPr>
          <p:cNvPr id="13328" name="文本框 13327"/>
          <p:cNvSpPr txBox="1"/>
          <p:nvPr/>
        </p:nvSpPr>
        <p:spPr>
          <a:xfrm>
            <a:off x="500018" y="4429120"/>
            <a:ext cx="787400" cy="49530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pPr eaLnBrk="1" hangingPunct="1"/>
            <a:r>
              <a:rPr lang="en-US" altLang="zh-CN" sz="3600" dirty="0">
                <a:solidFill>
                  <a:srgbClr val="DC5800"/>
                </a:solidFill>
                <a:latin typeface="Wingdings" panose="05000000000000000000" pitchFamily="34" charset="0"/>
              </a:rPr>
              <a:t></a:t>
            </a:r>
          </a:p>
        </p:txBody>
      </p:sp>
      <p:sp>
        <p:nvSpPr>
          <p:cNvPr id="13329" name="文本框 13328"/>
          <p:cNvSpPr txBox="1"/>
          <p:nvPr/>
        </p:nvSpPr>
        <p:spPr>
          <a:xfrm>
            <a:off x="1377904" y="4429120"/>
            <a:ext cx="12338096" cy="646331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lstStyle/>
          <a:p>
            <a:pPr eaLnBrk="1" hangingPunct="1"/>
            <a:r>
              <a:rPr lang="zh-CN" altLang="en-US" sz="3600" dirty="0" smtClean="0">
                <a:latin typeface="宋体" panose="02010600030101010101" pitchFamily="2" charset="-122"/>
              </a:rPr>
              <a:t>采用请求</a:t>
            </a:r>
            <a:r>
              <a:rPr lang="en-US" altLang="zh-CN" sz="3600" dirty="0" smtClean="0">
                <a:latin typeface="宋体" panose="02010600030101010101" pitchFamily="2" charset="-122"/>
              </a:rPr>
              <a:t>/</a:t>
            </a:r>
            <a:r>
              <a:rPr lang="zh-CN" altLang="en-US" sz="3600" dirty="0" smtClean="0">
                <a:latin typeface="宋体" panose="02010600030101010101" pitchFamily="2" charset="-122"/>
              </a:rPr>
              <a:t>应答模式，由客户端发送请求，服务器端响应；</a:t>
            </a:r>
          </a:p>
        </p:txBody>
      </p:sp>
      <p:sp>
        <p:nvSpPr>
          <p:cNvPr id="13334" name="文本框 13333"/>
          <p:cNvSpPr txBox="1"/>
          <p:nvPr/>
        </p:nvSpPr>
        <p:spPr>
          <a:xfrm>
            <a:off x="584200" y="5626100"/>
            <a:ext cx="787400" cy="49530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pPr eaLnBrk="1" hangingPunct="1"/>
            <a:r>
              <a:rPr lang="en-US" altLang="zh-CN" sz="3600">
                <a:solidFill>
                  <a:srgbClr val="DC5800"/>
                </a:solidFill>
                <a:latin typeface="Wingdings" panose="05000000000000000000" pitchFamily="34" charset="0"/>
              </a:rPr>
              <a:t></a:t>
            </a:r>
          </a:p>
        </p:txBody>
      </p:sp>
      <p:sp>
        <p:nvSpPr>
          <p:cNvPr id="13335" name="文本框 13334"/>
          <p:cNvSpPr txBox="1"/>
          <p:nvPr/>
        </p:nvSpPr>
        <p:spPr>
          <a:xfrm>
            <a:off x="1142960" y="5572128"/>
            <a:ext cx="12573040" cy="769441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lstStyle/>
          <a:p>
            <a:pPr eaLnBrk="1" hangingPunct="1"/>
            <a:r>
              <a:rPr lang="zh-CN" altLang="en-US" sz="3600" dirty="0" smtClean="0">
                <a:latin typeface="宋体" panose="02010600030101010101" pitchFamily="2" charset="-122"/>
              </a:rPr>
              <a:t>无状态</a:t>
            </a:r>
            <a:r>
              <a:rPr lang="zh-CN" altLang="en-US" sz="3600" dirty="0">
                <a:latin typeface="宋体" panose="02010600030101010101" pitchFamily="2" charset="-122"/>
              </a:rPr>
              <a:t>，服务器端不会专门为客户端保存</a:t>
            </a:r>
            <a:r>
              <a:rPr lang="zh-CN" altLang="en-US" sz="3600" dirty="0" smtClean="0">
                <a:latin typeface="宋体" panose="02010600030101010101" pitchFamily="2" charset="-122"/>
              </a:rPr>
              <a:t>信息</a:t>
            </a:r>
            <a:r>
              <a:rPr lang="zh-CN" altLang="en-US" sz="4400" dirty="0" smtClean="0">
                <a:latin typeface="宋体" panose="02010600030101010101" pitchFamily="2" charset="-122"/>
              </a:rPr>
              <a:t>；</a:t>
            </a:r>
            <a:endParaRPr lang="zh-CN" altLang="en-US" sz="4800" dirty="0">
              <a:solidFill>
                <a:srgbClr val="007977"/>
              </a:solidFill>
              <a:latin typeface="宋体" panose="02010600030101010101" pitchFamily="2" charset="-122"/>
            </a:endParaRPr>
          </a:p>
        </p:txBody>
      </p:sp>
      <p:sp>
        <p:nvSpPr>
          <p:cNvPr id="13337" name="文本框 13336"/>
          <p:cNvSpPr txBox="1"/>
          <p:nvPr/>
        </p:nvSpPr>
        <p:spPr>
          <a:xfrm>
            <a:off x="2324100" y="6210300"/>
            <a:ext cx="546100" cy="60960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pPr eaLnBrk="1" hangingPunct="1"/>
            <a:r>
              <a:rPr lang="en-US" altLang="zh-CN" sz="4800">
                <a:solidFill>
                  <a:srgbClr val="007977"/>
                </a:solidFill>
                <a:latin typeface="Arial" panose="020B0604020202020204" pitchFamily="34" charset="0"/>
              </a:rPr>
              <a:t> </a:t>
            </a:r>
          </a:p>
          <a:p>
            <a:pPr eaLnBrk="1" hangingPunct="1"/>
            <a:endParaRPr lang="en-US" altLang="zh-CN" sz="4800">
              <a:solidFill>
                <a:srgbClr val="007977"/>
              </a:solidFill>
              <a:latin typeface="Arial" panose="020B0604020202020204" pitchFamily="34" charset="0"/>
            </a:endParaRPr>
          </a:p>
        </p:txBody>
      </p:sp>
      <p:sp>
        <p:nvSpPr>
          <p:cNvPr id="13338" name="文本框 13337"/>
          <p:cNvSpPr txBox="1"/>
          <p:nvPr/>
        </p:nvSpPr>
        <p:spPr>
          <a:xfrm>
            <a:off x="571456" y="7000888"/>
            <a:ext cx="787400" cy="49530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pPr eaLnBrk="1" hangingPunct="1"/>
            <a:r>
              <a:rPr lang="en-US" altLang="zh-CN" sz="3600" dirty="0">
                <a:solidFill>
                  <a:srgbClr val="DC5800"/>
                </a:solidFill>
                <a:latin typeface="Wingdings" panose="05000000000000000000" pitchFamily="34" charset="0"/>
              </a:rPr>
              <a:t></a:t>
            </a:r>
          </a:p>
        </p:txBody>
      </p:sp>
      <p:sp>
        <p:nvSpPr>
          <p:cNvPr id="13339" name="文本框 13338"/>
          <p:cNvSpPr txBox="1"/>
          <p:nvPr/>
        </p:nvSpPr>
        <p:spPr>
          <a:xfrm>
            <a:off x="1181100" y="7000888"/>
            <a:ext cx="12534900" cy="646331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lstStyle/>
          <a:p>
            <a:pPr eaLnBrk="1" hangingPunct="1"/>
            <a:r>
              <a:rPr lang="zh-CN" altLang="en-US" sz="3600" dirty="0">
                <a:latin typeface="宋体" panose="02010600030101010101" pitchFamily="2" charset="-122"/>
              </a:rPr>
              <a:t>请求包括：请求行、请求头、空行和请求数据</a:t>
            </a:r>
            <a:r>
              <a:rPr lang="zh-CN" altLang="en-US" sz="3600" dirty="0">
                <a:solidFill>
                  <a:srgbClr val="007977"/>
                </a:solidFill>
                <a:latin typeface="宋体" panose="02010600030101010101" pitchFamily="2" charset="-122"/>
              </a:rPr>
              <a:t>；</a:t>
            </a:r>
          </a:p>
        </p:txBody>
      </p:sp>
      <p:sp>
        <p:nvSpPr>
          <p:cNvPr id="13340" name="文本框 13339"/>
          <p:cNvSpPr txBox="1"/>
          <p:nvPr/>
        </p:nvSpPr>
        <p:spPr>
          <a:xfrm>
            <a:off x="9639300" y="7073900"/>
            <a:ext cx="546100" cy="67310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pPr eaLnBrk="1" hangingPunct="1"/>
            <a:r>
              <a:rPr lang="en-US" altLang="zh-CN" sz="4800">
                <a:solidFill>
                  <a:srgbClr val="007977"/>
                </a:solidFill>
                <a:latin typeface="Arial" panose="020B0604020202020204" pitchFamily="34" charset="0"/>
              </a:rPr>
              <a:t> </a:t>
            </a:r>
          </a:p>
          <a:p>
            <a:pPr eaLnBrk="1" hangingPunct="1"/>
            <a:endParaRPr lang="en-US" altLang="zh-CN" sz="4800">
              <a:solidFill>
                <a:srgbClr val="007977"/>
              </a:solidFill>
              <a:latin typeface="Arial" panose="020B0604020202020204" pitchFamily="34" charset="0"/>
            </a:endParaRPr>
          </a:p>
        </p:txBody>
      </p:sp>
      <p:sp>
        <p:nvSpPr>
          <p:cNvPr id="13341" name="文本框 13340"/>
          <p:cNvSpPr txBox="1"/>
          <p:nvPr/>
        </p:nvSpPr>
        <p:spPr>
          <a:xfrm>
            <a:off x="584200" y="8089900"/>
            <a:ext cx="787400" cy="49530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pPr eaLnBrk="1" hangingPunct="1"/>
            <a:r>
              <a:rPr lang="en-US" altLang="zh-CN" sz="3600">
                <a:solidFill>
                  <a:srgbClr val="DC5800"/>
                </a:solidFill>
                <a:latin typeface="Wingdings" panose="05000000000000000000" pitchFamily="34" charset="0"/>
              </a:rPr>
              <a:t></a:t>
            </a:r>
          </a:p>
        </p:txBody>
      </p:sp>
      <p:sp>
        <p:nvSpPr>
          <p:cNvPr id="13342" name="文本框 13341"/>
          <p:cNvSpPr txBox="1"/>
          <p:nvPr/>
        </p:nvSpPr>
        <p:spPr>
          <a:xfrm>
            <a:off x="1214398" y="8072458"/>
            <a:ext cx="11353800" cy="646331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pPr eaLnBrk="1" hangingPunct="1"/>
            <a:r>
              <a:rPr lang="zh-CN" altLang="en-US" sz="3600" dirty="0">
                <a:latin typeface="宋体" panose="02010600030101010101" pitchFamily="2" charset="-122"/>
              </a:rPr>
              <a:t>响应包括：状态行、响应头和响应数据</a:t>
            </a:r>
            <a:r>
              <a:rPr lang="zh-CN" altLang="en-US" sz="3600" dirty="0">
                <a:solidFill>
                  <a:srgbClr val="007977"/>
                </a:solidFill>
                <a:latin typeface="宋体" panose="02010600030101010101" pitchFamily="2" charset="-122"/>
              </a:rPr>
              <a:t>。</a:t>
            </a:r>
          </a:p>
        </p:txBody>
      </p:sp>
      <p:sp>
        <p:nvSpPr>
          <p:cNvPr id="13343" name="文本框 13342"/>
          <p:cNvSpPr txBox="1"/>
          <p:nvPr/>
        </p:nvSpPr>
        <p:spPr>
          <a:xfrm>
            <a:off x="12077700" y="7950200"/>
            <a:ext cx="546100" cy="67310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pPr eaLnBrk="1" hangingPunct="1"/>
            <a:r>
              <a:rPr lang="en-US" altLang="zh-CN" sz="4800">
                <a:solidFill>
                  <a:srgbClr val="007977"/>
                </a:solidFill>
                <a:latin typeface="Arial" panose="020B0604020202020204" pitchFamily="34" charset="0"/>
              </a:rPr>
              <a:t> </a:t>
            </a:r>
          </a:p>
          <a:p>
            <a:pPr eaLnBrk="1" hangingPunct="1"/>
            <a:endParaRPr lang="en-US" altLang="zh-CN" sz="4800">
              <a:solidFill>
                <a:srgbClr val="007977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灯片编号占位符 5"/>
          <p:cNvSpPr txBox="1">
            <a:spLocks noGrp="1" noChangeArrowheads="1"/>
          </p:cNvSpPr>
          <p:nvPr/>
        </p:nvSpPr>
        <p:spPr bwMode="auto">
          <a:xfrm>
            <a:off x="4914900" y="9715500"/>
            <a:ext cx="3200400" cy="4572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/>
          <a:lstStyle/>
          <a:p>
            <a:pPr algn="ctr"/>
            <a:fld id="{9A0DB2DC-4C9A-4742-B13C-FB6460FD3503}" type="slidenum">
              <a:rPr lang="en-US" altLang="zh-CN" sz="1800" noProof="1" dirty="0">
                <a:effectLst>
                  <a:outerShdw blurRad="38100" dist="38100" dir="2700000">
                    <a:srgbClr val="C0C0C0"/>
                  </a:outerShdw>
                </a:effectLst>
                <a:latin typeface="Arial" panose="020B0604020202020204" pitchFamily="34" charset="0"/>
                <a:ea typeface="Gulim" pitchFamily="34" charset="-127"/>
                <a:cs typeface="+mn-cs"/>
              </a:rPr>
              <a:pPr algn="ctr"/>
              <a:t>13</a:t>
            </a:fld>
            <a:endParaRPr lang="en-US" altLang="zh-CN" sz="1800" noProof="1">
              <a:effectLst>
                <a:outerShdw blurRad="38100" dist="38100" dir="2700000">
                  <a:srgbClr val="C0C0C0"/>
                </a:outerShdw>
              </a:effectLst>
              <a:latin typeface="Arial" panose="020B0604020202020204" pitchFamily="34" charset="0"/>
              <a:ea typeface="Gulim" pitchFamily="34" charset="-127"/>
            </a:endParaRPr>
          </a:p>
        </p:txBody>
      </p:sp>
      <p:sp>
        <p:nvSpPr>
          <p:cNvPr id="2" name="Rectangle 2"/>
          <p:cNvSpPr>
            <a:spLocks noGrp="1"/>
          </p:cNvSpPr>
          <p:nvPr>
            <p:ph type="title" idx="4294967295"/>
          </p:nvPr>
        </p:nvSpPr>
        <p:spPr>
          <a:xfrm>
            <a:off x="0" y="857250"/>
            <a:ext cx="9023350" cy="1143000"/>
          </a:xfrm>
        </p:spPr>
        <p:txBody>
          <a:bodyPr vert="horz" wrap="square" lIns="137160" tIns="68580" rIns="137160" bIns="68580" anchor="ctr" anchorCtr="0"/>
          <a:lstStyle/>
          <a:p>
            <a:pPr algn="l" eaLnBrk="1" hangingPunct="1"/>
            <a:r>
              <a:rPr lang="en-US" altLang="zh-CN" sz="4800" b="1" dirty="0" smtClean="0">
                <a:solidFill>
                  <a:schemeClr val="accent2"/>
                </a:solidFill>
              </a:rPr>
              <a:t>1.1.6 </a:t>
            </a:r>
            <a:r>
              <a:rPr lang="zh-CN" altLang="en-US" sz="4800" b="1" dirty="0">
                <a:solidFill>
                  <a:schemeClr val="accent2"/>
                </a:solidFill>
              </a:rPr>
              <a:t>URL</a:t>
            </a:r>
          </a:p>
        </p:txBody>
      </p:sp>
      <p:sp>
        <p:nvSpPr>
          <p:cNvPr id="12292" name="Rectangle 3"/>
          <p:cNvSpPr>
            <a:spLocks noGrp="1"/>
          </p:cNvSpPr>
          <p:nvPr>
            <p:ph type="body" idx="4294967295"/>
          </p:nvPr>
        </p:nvSpPr>
        <p:spPr>
          <a:xfrm>
            <a:off x="500018" y="2000228"/>
            <a:ext cx="13215982" cy="7183438"/>
          </a:xfrm>
        </p:spPr>
        <p:txBody>
          <a:bodyPr vert="horz" wrap="square" lIns="137160" tIns="68580" rIns="137160" bIns="68580" anchor="t" anchorCtr="0"/>
          <a:lstStyle/>
          <a:p>
            <a:pPr eaLnBrk="1" hangingPunct="1">
              <a:lnSpc>
                <a:spcPct val="150000"/>
              </a:lnSpc>
              <a:buFont typeface="Wingdings" pitchFamily="2" charset="2"/>
              <a:buChar char="u"/>
            </a:pPr>
            <a:r>
              <a:rPr lang="zh-CN" altLang="en-US" sz="3600" b="1" dirty="0"/>
              <a:t> URL概念：是</a:t>
            </a:r>
            <a:r>
              <a:rPr lang="zh-CN" altLang="en-US" sz="3600" b="1" dirty="0">
                <a:solidFill>
                  <a:srgbClr val="3333CC"/>
                </a:solidFill>
              </a:rPr>
              <a:t>网络资源定位器</a:t>
            </a:r>
            <a:r>
              <a:rPr lang="zh-CN" altLang="en-US" sz="3600" b="1" dirty="0"/>
              <a:t>(Uniform Resource Locator), 指向万维网上(World Wide Web) 上的一个</a:t>
            </a:r>
            <a:r>
              <a:rPr lang="zh-CN" altLang="en-US" sz="3600" b="1" dirty="0">
                <a:solidFill>
                  <a:srgbClr val="3333CC"/>
                </a:solidFill>
              </a:rPr>
              <a:t>资源</a:t>
            </a:r>
            <a:r>
              <a:rPr lang="zh-CN" altLang="en-US" sz="3600" b="1" dirty="0"/>
              <a:t>。这里的资源可以是文件/目录，也可以是一些复杂的对象，如数据库或搜索引擎(search engine)</a:t>
            </a:r>
            <a:r>
              <a:rPr lang="zh-CN" altLang="en-US" sz="3600" b="1" dirty="0" smtClean="0"/>
              <a:t>。</a:t>
            </a:r>
            <a:endParaRPr lang="en-US" altLang="zh-CN" sz="3600" b="1" dirty="0" smtClean="0"/>
          </a:p>
          <a:p>
            <a:pPr eaLnBrk="1" hangingPunct="1">
              <a:lnSpc>
                <a:spcPct val="150000"/>
              </a:lnSpc>
              <a:buFont typeface="Wingdings" pitchFamily="2" charset="2"/>
              <a:buChar char="u"/>
            </a:pPr>
            <a:endParaRPr lang="zh-CN" altLang="en-US" sz="3600" b="1" dirty="0"/>
          </a:p>
          <a:p>
            <a:pPr eaLnBrk="1" hangingPunct="1">
              <a:lnSpc>
                <a:spcPct val="150000"/>
              </a:lnSpc>
              <a:buFont typeface="Wingdings" pitchFamily="2" charset="2"/>
              <a:buChar char="u"/>
            </a:pPr>
            <a:r>
              <a:rPr lang="zh-CN" altLang="en-US" sz="3600" b="1" dirty="0"/>
              <a:t>包括两部分</a:t>
            </a:r>
          </a:p>
          <a:p>
            <a:pPr marL="1143000" lvl="2" indent="-228600">
              <a:buFont typeface="Wingdings" pitchFamily="2" charset="2"/>
              <a:buChar char="Ø"/>
            </a:pPr>
            <a:r>
              <a:rPr lang="zh-CN" altLang="en-US" sz="3600" b="1" dirty="0"/>
              <a:t>使用的协议（http, ftp, gopher, file…)</a:t>
            </a:r>
          </a:p>
          <a:p>
            <a:pPr marL="1143000" lvl="2" indent="-228600">
              <a:buFont typeface="Wingdings" pitchFamily="2" charset="2"/>
              <a:buChar char="Ø"/>
            </a:pPr>
            <a:r>
              <a:rPr lang="zh-CN" altLang="en-US" sz="3600" b="1" dirty="0"/>
              <a:t>资源位置(主机名、文件名、端口号、引用)</a:t>
            </a:r>
          </a:p>
          <a:p>
            <a:pPr eaLnBrk="1" hangingPunct="1">
              <a:lnSpc>
                <a:spcPct val="150000"/>
              </a:lnSpc>
            </a:pPr>
            <a:endParaRPr lang="zh-CN" altLang="en-US" sz="3600" b="1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2">
                                            <p:txEl>
                                              <p:charRg st="123" end="12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2292">
                                            <p:txEl>
                                              <p:charRg st="123" end="12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2292">
                                            <p:txEl>
                                              <p:charRg st="123" end="12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2">
                                            <p:txEl>
                                              <p:charRg st="129" end="16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2292">
                                            <p:txEl>
                                              <p:charRg st="129" end="16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2292">
                                            <p:txEl>
                                              <p:charRg st="129" end="16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2">
                                            <p:txEl>
                                              <p:charRg st="161" end="18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2292">
                                            <p:txEl>
                                              <p:charRg st="161" end="18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2292">
                                            <p:txEl>
                                              <p:charRg st="161" end="18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灯片编号占位符 5"/>
          <p:cNvSpPr txBox="1">
            <a:spLocks noGrp="1" noChangeArrowheads="1"/>
          </p:cNvSpPr>
          <p:nvPr/>
        </p:nvSpPr>
        <p:spPr bwMode="auto">
          <a:xfrm>
            <a:off x="4914900" y="9715500"/>
            <a:ext cx="3200400" cy="4572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/>
          <a:lstStyle/>
          <a:p>
            <a:pPr algn="ctr"/>
            <a:fld id="{9A0DB2DC-4C9A-4742-B13C-FB6460FD3503}" type="slidenum">
              <a:rPr lang="en-US" altLang="zh-CN" sz="1800" noProof="1" dirty="0">
                <a:effectLst>
                  <a:outerShdw blurRad="38100" dist="38100" dir="2700000">
                    <a:srgbClr val="C0C0C0"/>
                  </a:outerShdw>
                </a:effectLst>
                <a:latin typeface="Arial" panose="020B0604020202020204" pitchFamily="34" charset="0"/>
                <a:ea typeface="Gulim" pitchFamily="34" charset="-127"/>
                <a:cs typeface="+mn-cs"/>
              </a:rPr>
              <a:pPr algn="ctr"/>
              <a:t>14</a:t>
            </a:fld>
            <a:endParaRPr lang="en-US" altLang="zh-CN" sz="1800" noProof="1">
              <a:effectLst>
                <a:outerShdw blurRad="38100" dist="38100" dir="2700000">
                  <a:srgbClr val="C0C0C0"/>
                </a:outerShdw>
              </a:effectLst>
              <a:latin typeface="Arial" panose="020B0604020202020204" pitchFamily="34" charset="0"/>
              <a:ea typeface="Gulim" pitchFamily="34" charset="-127"/>
            </a:endParaRPr>
          </a:p>
        </p:txBody>
      </p:sp>
      <p:sp>
        <p:nvSpPr>
          <p:cNvPr id="2" name="Rectangle 2"/>
          <p:cNvSpPr>
            <a:spLocks noGrp="1"/>
          </p:cNvSpPr>
          <p:nvPr>
            <p:ph type="title" idx="4294967295"/>
          </p:nvPr>
        </p:nvSpPr>
        <p:spPr>
          <a:xfrm>
            <a:off x="0" y="928688"/>
            <a:ext cx="8229600" cy="1143000"/>
          </a:xfrm>
        </p:spPr>
        <p:txBody>
          <a:bodyPr vert="horz" wrap="square" lIns="137160" tIns="68580" rIns="137160" bIns="68580" anchor="ctr" anchorCtr="0"/>
          <a:lstStyle/>
          <a:p>
            <a:pPr algn="l" eaLnBrk="1" hangingPunct="1"/>
            <a:r>
              <a:rPr lang="zh-CN" altLang="en-US" sz="6000" b="1" dirty="0">
                <a:solidFill>
                  <a:schemeClr val="tx1"/>
                </a:solidFill>
              </a:rPr>
              <a:t>URL的格式</a:t>
            </a:r>
          </a:p>
        </p:txBody>
      </p:sp>
      <p:sp>
        <p:nvSpPr>
          <p:cNvPr id="12291" name="Rectangle 3"/>
          <p:cNvSpPr>
            <a:spLocks noGrp="1"/>
          </p:cNvSpPr>
          <p:nvPr>
            <p:ph type="body" idx="4294967295"/>
          </p:nvPr>
        </p:nvSpPr>
        <p:spPr>
          <a:xfrm>
            <a:off x="500018" y="1928790"/>
            <a:ext cx="12801600" cy="7215187"/>
          </a:xfrm>
        </p:spPr>
        <p:txBody>
          <a:bodyPr vert="horz" wrap="square" lIns="137160" tIns="68580" rIns="137160" bIns="68580" anchor="t" anchorCtr="0"/>
          <a:lstStyle/>
          <a:p>
            <a:pPr eaLnBrk="1" hangingPunct="1">
              <a:lnSpc>
                <a:spcPct val="150000"/>
              </a:lnSpc>
              <a:spcBef>
                <a:spcPts val="1800"/>
              </a:spcBef>
              <a:buFont typeface="Wingdings" pitchFamily="2" charset="2"/>
              <a:buChar char="u"/>
            </a:pPr>
            <a:r>
              <a:rPr lang="zh-CN" altLang="en-US" sz="3600" b="1" dirty="0"/>
              <a:t> (Protocol)(Host)[:Port][File][#Reference]</a:t>
            </a:r>
          </a:p>
          <a:p>
            <a:pPr eaLnBrk="1" hangingPunct="1">
              <a:lnSpc>
                <a:spcPct val="150000"/>
              </a:lnSpc>
              <a:spcBef>
                <a:spcPts val="1800"/>
              </a:spcBef>
              <a:buFont typeface="Wingdings" pitchFamily="2" charset="2"/>
              <a:buChar char="u"/>
            </a:pPr>
            <a:r>
              <a:rPr lang="zh-CN" altLang="en-US" sz="3600" b="1" dirty="0"/>
              <a:t>示例</a:t>
            </a:r>
          </a:p>
          <a:p>
            <a:pPr lvl="1" indent="-325120" eaLnBrk="1" hangingPunct="1">
              <a:lnSpc>
                <a:spcPct val="150000"/>
              </a:lnSpc>
              <a:spcBef>
                <a:spcPts val="1800"/>
              </a:spcBef>
            </a:pPr>
            <a:r>
              <a:rPr lang="zh-CN" altLang="en-US" sz="3600" b="1" dirty="0"/>
              <a:t>http://www.ycu.edu:8080/demoweb/urlprimer.</a:t>
            </a:r>
            <a:r>
              <a:rPr lang="zh-CN" altLang="en-US" sz="3600" b="1" dirty="0" smtClean="0"/>
              <a:t>html</a:t>
            </a:r>
            <a:endParaRPr lang="zh-CN" altLang="en-US" sz="3600" b="1" dirty="0"/>
          </a:p>
          <a:p>
            <a:pPr lvl="1" indent="-325120" eaLnBrk="1" hangingPunct="1">
              <a:lnSpc>
                <a:spcPct val="150000"/>
              </a:lnSpc>
              <a:spcBef>
                <a:spcPts val="1800"/>
              </a:spcBef>
            </a:pPr>
            <a:r>
              <a:rPr lang="zh-CN" altLang="en-US" sz="3600" b="1" dirty="0"/>
              <a:t>http://211.155.231.249:8009/java</a:t>
            </a:r>
          </a:p>
          <a:p>
            <a:pPr lvl="1" indent="-325120" eaLnBrk="1" hangingPunct="1">
              <a:lnSpc>
                <a:spcPct val="150000"/>
              </a:lnSpc>
              <a:spcBef>
                <a:spcPts val="1800"/>
              </a:spcBef>
            </a:pPr>
            <a:r>
              <a:rPr lang="zh-CN" altLang="en-US" sz="3600" b="1" dirty="0"/>
              <a:t>http://localhost:8080/index.html#bottom</a:t>
            </a:r>
          </a:p>
          <a:p>
            <a:pPr lvl="1" indent="-325120" eaLnBrk="1" hangingPunct="1">
              <a:lnSpc>
                <a:spcPct val="150000"/>
              </a:lnSpc>
              <a:spcBef>
                <a:spcPts val="1800"/>
              </a:spcBef>
            </a:pPr>
            <a:r>
              <a:rPr lang="zh-CN" altLang="en-US" sz="3600" b="1" dirty="0"/>
              <a:t>ftp://166.111.233.143/java/</a:t>
            </a:r>
          </a:p>
          <a:p>
            <a:pPr lvl="1" indent="-325120" eaLnBrk="1" hangingPunct="1">
              <a:spcBef>
                <a:spcPts val="1800"/>
              </a:spcBef>
              <a:buNone/>
            </a:pPr>
            <a:endParaRPr lang="zh-CN" altLang="en-US" b="1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>
            <a:spLocks noGrp="1"/>
          </p:cNvSpPr>
          <p:nvPr>
            <p:ph type="title" idx="4294967295"/>
          </p:nvPr>
        </p:nvSpPr>
        <p:spPr>
          <a:xfrm>
            <a:off x="0" y="285716"/>
            <a:ext cx="3594100" cy="1143000"/>
          </a:xfrm>
        </p:spPr>
        <p:txBody>
          <a:bodyPr vert="horz" wrap="square" lIns="137160" tIns="68580" rIns="137160" bIns="68580" anchor="ctr" anchorCtr="0"/>
          <a:lstStyle/>
          <a:p>
            <a:pPr eaLnBrk="1" hangingPunct="1"/>
            <a:r>
              <a:rPr lang="zh-CN" altLang="en-US" sz="6000" b="1" dirty="0">
                <a:solidFill>
                  <a:schemeClr val="tx1"/>
                </a:solidFill>
              </a:rPr>
              <a:t>URL类</a:t>
            </a:r>
          </a:p>
        </p:txBody>
      </p:sp>
      <p:sp>
        <p:nvSpPr>
          <p:cNvPr id="13315" name="Rectangle 3"/>
          <p:cNvSpPr>
            <a:spLocks noGrp="1"/>
          </p:cNvSpPr>
          <p:nvPr>
            <p:ph type="body" idx="4294967295"/>
          </p:nvPr>
        </p:nvSpPr>
        <p:spPr>
          <a:xfrm>
            <a:off x="571456" y="1714476"/>
            <a:ext cx="12344400" cy="7507288"/>
          </a:xfrm>
        </p:spPr>
        <p:txBody>
          <a:bodyPr vert="horz" wrap="square" lIns="137160" tIns="68580" rIns="137160" bIns="68580" anchor="t" anchorCtr="0"/>
          <a:lstStyle/>
          <a:p>
            <a:pPr eaLnBrk="1" hangingPunct="1">
              <a:lnSpc>
                <a:spcPct val="120000"/>
              </a:lnSpc>
              <a:spcBef>
                <a:spcPct val="0"/>
              </a:spcBef>
              <a:buFont typeface="Wingdings" pitchFamily="2" charset="2"/>
              <a:buChar char="u"/>
            </a:pPr>
            <a:r>
              <a:rPr lang="zh-CN" altLang="en-US" sz="3000" b="1" dirty="0"/>
              <a:t>类java.net.URL的实例对象表示具体的 URL。</a:t>
            </a:r>
          </a:p>
          <a:p>
            <a:pPr eaLnBrk="1" hangingPunct="1">
              <a:lnSpc>
                <a:spcPct val="120000"/>
              </a:lnSpc>
              <a:spcBef>
                <a:spcPct val="0"/>
              </a:spcBef>
              <a:buFont typeface="Wingdings" pitchFamily="2" charset="2"/>
              <a:buChar char="u"/>
            </a:pPr>
            <a:r>
              <a:rPr lang="zh-CN" altLang="en-US" sz="3000" b="1" dirty="0"/>
              <a:t>类java.net.URL的中构造方法:</a:t>
            </a:r>
          </a:p>
          <a:p>
            <a:pPr lvl="1" indent="-325120" eaLnBrk="1" hangingPunct="1">
              <a:lnSpc>
                <a:spcPct val="150000"/>
              </a:lnSpc>
            </a:pPr>
            <a:r>
              <a:rPr lang="zh-CN" altLang="en-US" sz="3300" b="1" dirty="0">
                <a:solidFill>
                  <a:srgbClr val="CC3300"/>
                </a:solidFill>
              </a:rPr>
              <a:t>public URL(String u) </a:t>
            </a:r>
          </a:p>
          <a:p>
            <a:pPr lvl="1" indent="-325120" eaLnBrk="1" hangingPunct="1">
              <a:lnSpc>
                <a:spcPct val="150000"/>
              </a:lnSpc>
            </a:pPr>
            <a:r>
              <a:rPr lang="zh-CN" altLang="en-US" sz="3300" b="1" dirty="0">
                <a:solidFill>
                  <a:srgbClr val="CC3300"/>
                </a:solidFill>
              </a:rPr>
              <a:t>public URL(String protocol, String host, String file) </a:t>
            </a:r>
          </a:p>
          <a:p>
            <a:pPr lvl="1" indent="-325120" eaLnBrk="1" hangingPunct="1">
              <a:lnSpc>
                <a:spcPct val="150000"/>
              </a:lnSpc>
            </a:pPr>
            <a:r>
              <a:rPr lang="zh-CN" altLang="en-US" sz="3300" b="1" dirty="0">
                <a:solidFill>
                  <a:srgbClr val="CC3300"/>
                </a:solidFill>
              </a:rPr>
              <a:t>public URL(String protocol, String host, int port, String file) </a:t>
            </a:r>
          </a:p>
          <a:p>
            <a:pPr lvl="1" indent="-325120" eaLnBrk="1" hangingPunct="1">
              <a:lnSpc>
                <a:spcPct val="150000"/>
              </a:lnSpc>
            </a:pPr>
            <a:r>
              <a:rPr lang="zh-CN" altLang="en-US" sz="3300" b="1" dirty="0">
                <a:solidFill>
                  <a:srgbClr val="CC3300"/>
                </a:solidFill>
              </a:rPr>
              <a:t>public URL(URL context, String u)</a:t>
            </a:r>
          </a:p>
          <a:p>
            <a:pPr lvl="1" indent="-325120" eaLnBrk="1" hangingPunct="1">
              <a:lnSpc>
                <a:spcPct val="150000"/>
              </a:lnSpc>
              <a:buNone/>
            </a:pPr>
            <a:r>
              <a:rPr lang="zh-CN" altLang="en-US" sz="3300" b="1" dirty="0" smtClean="0"/>
              <a:t>说明：当</a:t>
            </a:r>
            <a:r>
              <a:rPr lang="zh-CN" altLang="en-US" sz="3300" b="1" dirty="0"/>
              <a:t>URL地址残缺或无法解释时，抛出MalformedURLException异常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>
            <a:spLocks noGrp="1"/>
          </p:cNvSpPr>
          <p:nvPr>
            <p:ph type="title" idx="4294967295"/>
          </p:nvPr>
        </p:nvSpPr>
        <p:spPr>
          <a:xfrm>
            <a:off x="0" y="817563"/>
            <a:ext cx="4556125" cy="1143000"/>
          </a:xfrm>
        </p:spPr>
        <p:txBody>
          <a:bodyPr vert="horz" wrap="square" lIns="137160" tIns="68580" rIns="137160" bIns="68580" anchor="ctr" anchorCtr="0"/>
          <a:lstStyle/>
          <a:p>
            <a:pPr eaLnBrk="1" hangingPunct="1"/>
            <a:r>
              <a:rPr lang="zh-CN" altLang="en-US" sz="6000" b="1" dirty="0">
                <a:solidFill>
                  <a:schemeClr val="tx1"/>
                </a:solidFill>
              </a:rPr>
              <a:t>解析 URL</a:t>
            </a:r>
          </a:p>
        </p:txBody>
      </p:sp>
      <p:sp>
        <p:nvSpPr>
          <p:cNvPr id="14339" name="Rectangle 3"/>
          <p:cNvSpPr>
            <a:spLocks noGrp="1"/>
          </p:cNvSpPr>
          <p:nvPr>
            <p:ph type="body" idx="4294967295"/>
          </p:nvPr>
        </p:nvSpPr>
        <p:spPr>
          <a:xfrm>
            <a:off x="0" y="2119313"/>
            <a:ext cx="12344400" cy="7508875"/>
          </a:xfrm>
        </p:spPr>
        <p:txBody>
          <a:bodyPr vert="horz" wrap="square" lIns="137160" tIns="68580" rIns="137160" bIns="68580" anchor="t" anchorCtr="0"/>
          <a:lstStyle/>
          <a:p>
            <a:pPr lvl="1" indent="-325120" eaLnBrk="1" hangingPunct="1">
              <a:lnSpc>
                <a:spcPct val="150000"/>
              </a:lnSpc>
            </a:pPr>
            <a:r>
              <a:rPr lang="zh-CN" altLang="en-US" sz="3600" b="1" dirty="0">
                <a:solidFill>
                  <a:srgbClr val="C00000"/>
                </a:solidFill>
              </a:rPr>
              <a:t>public String getProtocol( )</a:t>
            </a:r>
          </a:p>
          <a:p>
            <a:pPr lvl="1" indent="-325120" eaLnBrk="1" hangingPunct="1">
              <a:lnSpc>
                <a:spcPct val="150000"/>
              </a:lnSpc>
            </a:pPr>
            <a:r>
              <a:rPr lang="zh-CN" altLang="en-US" sz="3600" b="1" dirty="0">
                <a:solidFill>
                  <a:srgbClr val="C00000"/>
                </a:solidFill>
              </a:rPr>
              <a:t>public String getHost( )</a:t>
            </a:r>
          </a:p>
          <a:p>
            <a:pPr lvl="1" indent="-325120" eaLnBrk="1" hangingPunct="1">
              <a:lnSpc>
                <a:spcPct val="150000"/>
              </a:lnSpc>
            </a:pPr>
            <a:r>
              <a:rPr lang="zh-CN" altLang="en-US" sz="3600" b="1" dirty="0">
                <a:solidFill>
                  <a:srgbClr val="C00000"/>
                </a:solidFill>
              </a:rPr>
              <a:t>public int getPort( )</a:t>
            </a:r>
          </a:p>
          <a:p>
            <a:pPr lvl="1" indent="-325120" eaLnBrk="1" hangingPunct="1">
              <a:lnSpc>
                <a:spcPct val="150000"/>
              </a:lnSpc>
            </a:pPr>
            <a:r>
              <a:rPr lang="zh-CN" altLang="en-US" sz="3600" b="1" dirty="0">
                <a:solidFill>
                  <a:srgbClr val="C00000"/>
                </a:solidFill>
              </a:rPr>
              <a:t>public String getFile( )</a:t>
            </a:r>
          </a:p>
          <a:p>
            <a:pPr lvl="1" indent="-325120" eaLnBrk="1" hangingPunct="1">
              <a:lnSpc>
                <a:spcPct val="150000"/>
              </a:lnSpc>
            </a:pPr>
            <a:r>
              <a:rPr lang="zh-CN" altLang="en-US" sz="3600" b="1" dirty="0">
                <a:solidFill>
                  <a:srgbClr val="C00000"/>
                </a:solidFill>
              </a:rPr>
              <a:t>public String getRef( )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Rectangle 2"/>
          <p:cNvSpPr>
            <a:spLocks noGrp="1"/>
          </p:cNvSpPr>
          <p:nvPr>
            <p:ph type="body" idx="4294967295"/>
          </p:nvPr>
        </p:nvSpPr>
        <p:spPr>
          <a:xfrm>
            <a:off x="1257300" y="1147763"/>
            <a:ext cx="12458700" cy="8847137"/>
          </a:xfrm>
        </p:spPr>
        <p:txBody>
          <a:bodyPr vert="horz" wrap="square" lIns="137160" tIns="68580" rIns="137160" bIns="68580" anchor="t" anchorCtr="0"/>
          <a:lstStyle/>
          <a:p>
            <a:pPr marL="571500" indent="-571500" eaLnBrk="1" hangingPunct="1">
              <a:lnSpc>
                <a:spcPct val="150000"/>
              </a:lnSpc>
              <a:buNone/>
            </a:pPr>
            <a:r>
              <a:rPr lang="zh-CN" altLang="en-US" sz="2700" b="1" dirty="0"/>
              <a:t>import java.io.*;</a:t>
            </a:r>
          </a:p>
          <a:p>
            <a:pPr marL="571500" indent="-571500" eaLnBrk="1" hangingPunct="1">
              <a:lnSpc>
                <a:spcPct val="150000"/>
              </a:lnSpc>
              <a:buNone/>
            </a:pPr>
            <a:r>
              <a:rPr lang="zh-CN" altLang="en-US" sz="2700" b="1" dirty="0"/>
              <a:t>import java.net.*;</a:t>
            </a:r>
          </a:p>
          <a:p>
            <a:pPr marL="571500" indent="-571500" eaLnBrk="1" hangingPunct="1">
              <a:lnSpc>
                <a:spcPct val="150000"/>
              </a:lnSpc>
              <a:buNone/>
            </a:pPr>
            <a:r>
              <a:rPr lang="zh-CN" altLang="en-US" sz="2700" b="1" dirty="0"/>
              <a:t>public class URLReader </a:t>
            </a:r>
            <a:r>
              <a:rPr lang="zh-CN" altLang="en-US" sz="2700" b="1" dirty="0" smtClean="0"/>
              <a:t>{</a:t>
            </a:r>
            <a:endParaRPr lang="en-US" altLang="zh-CN" sz="2700" b="1" dirty="0" smtClean="0"/>
          </a:p>
          <a:p>
            <a:pPr marL="571500" indent="-571500" eaLnBrk="1" hangingPunct="1">
              <a:lnSpc>
                <a:spcPct val="150000"/>
              </a:lnSpc>
              <a:buNone/>
            </a:pPr>
            <a:r>
              <a:rPr lang="en-US" altLang="zh-CN" sz="2700" b="1" dirty="0" smtClean="0"/>
              <a:t> </a:t>
            </a:r>
            <a:r>
              <a:rPr lang="zh-CN" altLang="en-US" sz="2700" b="1" dirty="0" smtClean="0"/>
              <a:t>  </a:t>
            </a:r>
            <a:r>
              <a:rPr lang="zh-CN" altLang="en-US" sz="2700" b="1" dirty="0"/>
              <a:t>public static void main(String[] args) throws Exception { </a:t>
            </a:r>
          </a:p>
          <a:p>
            <a:pPr>
              <a:lnSpc>
                <a:spcPct val="150000"/>
              </a:lnSpc>
              <a:buNone/>
            </a:pPr>
            <a:r>
              <a:rPr lang="zh-CN" altLang="en-US" sz="2700" b="1" dirty="0" smtClean="0"/>
              <a:t>         </a:t>
            </a:r>
            <a:r>
              <a:rPr lang="en-US" altLang="zh-CN" sz="2800" dirty="0" smtClean="0"/>
              <a:t>URL </a:t>
            </a:r>
            <a:r>
              <a:rPr lang="en-US" altLang="zh-CN" sz="2800" dirty="0" err="1" smtClean="0"/>
              <a:t>url</a:t>
            </a:r>
            <a:r>
              <a:rPr lang="en-US" altLang="zh-CN" sz="2800" dirty="0" smtClean="0"/>
              <a:t> = </a:t>
            </a:r>
            <a:r>
              <a:rPr lang="en-US" altLang="zh-CN" sz="2800" b="1" dirty="0" smtClean="0"/>
              <a:t>new URL("http://www.ycu.edu.cn:80/index.html"); </a:t>
            </a:r>
          </a:p>
          <a:p>
            <a:pPr>
              <a:lnSpc>
                <a:spcPct val="150000"/>
              </a:lnSpc>
              <a:buNone/>
            </a:pPr>
            <a:r>
              <a:rPr lang="zh-CN" altLang="en-US" sz="2800" dirty="0" smtClean="0"/>
              <a:t>          </a:t>
            </a:r>
          </a:p>
          <a:p>
            <a:pPr>
              <a:lnSpc>
                <a:spcPct val="150000"/>
              </a:lnSpc>
              <a:buNone/>
            </a:pPr>
            <a:r>
              <a:rPr lang="en-US" altLang="zh-CN" sz="2800" dirty="0" smtClean="0"/>
              <a:t>          </a:t>
            </a:r>
            <a:r>
              <a:rPr lang="en-US" altLang="zh-CN" sz="2800" dirty="0" err="1" smtClean="0"/>
              <a:t>System.</a:t>
            </a:r>
            <a:r>
              <a:rPr lang="en-US" altLang="zh-CN" sz="2800" b="1" dirty="0" err="1" smtClean="0"/>
              <a:t>out.println</a:t>
            </a:r>
            <a:r>
              <a:rPr lang="en-US" altLang="zh-CN" sz="2800" b="1" dirty="0" smtClean="0"/>
              <a:t>("protocol = " + </a:t>
            </a:r>
            <a:r>
              <a:rPr lang="en-US" altLang="zh-CN" sz="2800" b="1" dirty="0" err="1" smtClean="0"/>
              <a:t>url.getProtocol</a:t>
            </a:r>
            <a:r>
              <a:rPr lang="en-US" altLang="zh-CN" sz="2800" b="1" dirty="0" smtClean="0"/>
              <a:t>());</a:t>
            </a:r>
          </a:p>
          <a:p>
            <a:pPr>
              <a:lnSpc>
                <a:spcPct val="150000"/>
              </a:lnSpc>
              <a:buNone/>
            </a:pPr>
            <a:r>
              <a:rPr lang="en-US" altLang="zh-CN" sz="2800" dirty="0" smtClean="0"/>
              <a:t>          </a:t>
            </a:r>
            <a:r>
              <a:rPr lang="en-US" altLang="zh-CN" sz="2800" dirty="0" err="1" smtClean="0"/>
              <a:t>System.</a:t>
            </a:r>
            <a:r>
              <a:rPr lang="en-US" altLang="zh-CN" sz="2800" b="1" dirty="0" err="1" smtClean="0"/>
              <a:t>out.println</a:t>
            </a:r>
            <a:r>
              <a:rPr lang="en-US" altLang="zh-CN" sz="2800" b="1" dirty="0" smtClean="0"/>
              <a:t>("host = " +  </a:t>
            </a:r>
            <a:r>
              <a:rPr lang="en-US" altLang="zh-CN" sz="2800" b="1" dirty="0" err="1" smtClean="0"/>
              <a:t>url.getHost</a:t>
            </a:r>
            <a:r>
              <a:rPr lang="en-US" altLang="zh-CN" sz="2800" b="1" dirty="0" smtClean="0"/>
              <a:t>());</a:t>
            </a:r>
          </a:p>
          <a:p>
            <a:pPr>
              <a:lnSpc>
                <a:spcPct val="150000"/>
              </a:lnSpc>
              <a:buNone/>
            </a:pPr>
            <a:r>
              <a:rPr lang="en-US" altLang="zh-CN" sz="2800" dirty="0" smtClean="0"/>
              <a:t>          </a:t>
            </a:r>
            <a:r>
              <a:rPr lang="en-US" altLang="zh-CN" sz="2800" dirty="0" err="1" smtClean="0"/>
              <a:t>System.</a:t>
            </a:r>
            <a:r>
              <a:rPr lang="en-US" altLang="zh-CN" sz="2800" b="1" dirty="0" err="1" smtClean="0"/>
              <a:t>out.println</a:t>
            </a:r>
            <a:r>
              <a:rPr lang="en-US" altLang="zh-CN" sz="2800" b="1" dirty="0" smtClean="0"/>
              <a:t>("filename = " +  </a:t>
            </a:r>
            <a:r>
              <a:rPr lang="en-US" altLang="zh-CN" sz="2800" b="1" dirty="0" err="1" smtClean="0"/>
              <a:t>url.getFile</a:t>
            </a:r>
            <a:r>
              <a:rPr lang="en-US" altLang="zh-CN" sz="2800" b="1" dirty="0" smtClean="0"/>
              <a:t>());</a:t>
            </a:r>
          </a:p>
          <a:p>
            <a:pPr>
              <a:lnSpc>
                <a:spcPct val="150000"/>
              </a:lnSpc>
              <a:buNone/>
            </a:pPr>
            <a:r>
              <a:rPr lang="en-US" altLang="zh-CN" sz="2800" dirty="0" smtClean="0"/>
              <a:t>          </a:t>
            </a:r>
            <a:r>
              <a:rPr lang="en-US" altLang="zh-CN" sz="2800" dirty="0" err="1" smtClean="0"/>
              <a:t>System.</a:t>
            </a:r>
            <a:r>
              <a:rPr lang="en-US" altLang="zh-CN" sz="2800" b="1" dirty="0" err="1" smtClean="0"/>
              <a:t>out.println</a:t>
            </a:r>
            <a:r>
              <a:rPr lang="en-US" altLang="zh-CN" sz="2800" b="1" dirty="0" smtClean="0"/>
              <a:t>(“port = ” +  </a:t>
            </a:r>
            <a:r>
              <a:rPr lang="en-US" altLang="zh-CN" sz="2800" b="1" dirty="0" err="1" smtClean="0"/>
              <a:t>url.getDefaultPort</a:t>
            </a:r>
            <a:r>
              <a:rPr lang="en-US" altLang="zh-CN" sz="2800" b="1" dirty="0" smtClean="0"/>
              <a:t>());</a:t>
            </a:r>
            <a:r>
              <a:rPr lang="zh-CN" altLang="en-US" sz="2700" b="1" dirty="0" smtClean="0"/>
              <a:t>   </a:t>
            </a:r>
            <a:endParaRPr lang="en-US" altLang="zh-CN" sz="2700" b="1" dirty="0" smtClean="0"/>
          </a:p>
          <a:p>
            <a:pPr>
              <a:lnSpc>
                <a:spcPct val="150000"/>
              </a:lnSpc>
              <a:buNone/>
            </a:pPr>
            <a:r>
              <a:rPr lang="en-US" altLang="zh-CN" sz="2700" b="1" dirty="0" smtClean="0"/>
              <a:t>   </a:t>
            </a:r>
            <a:r>
              <a:rPr lang="zh-CN" altLang="en-US" sz="2700" b="1" dirty="0" smtClean="0"/>
              <a:t>  </a:t>
            </a:r>
            <a:r>
              <a:rPr lang="zh-CN" altLang="en-US" sz="2700" b="1" dirty="0"/>
              <a:t>}</a:t>
            </a:r>
          </a:p>
          <a:p>
            <a:pPr marL="571500" indent="-571500" eaLnBrk="1" hangingPunct="1">
              <a:lnSpc>
                <a:spcPct val="150000"/>
              </a:lnSpc>
              <a:buNone/>
            </a:pPr>
            <a:r>
              <a:rPr lang="en-US" altLang="zh-CN" sz="2700" b="1" dirty="0" smtClean="0"/>
              <a:t>}</a:t>
            </a:r>
            <a:endParaRPr lang="zh-CN" altLang="en-US" sz="2700" b="1" dirty="0"/>
          </a:p>
        </p:txBody>
      </p:sp>
      <p:sp>
        <p:nvSpPr>
          <p:cNvPr id="17410" name="Rectangle 3"/>
          <p:cNvSpPr>
            <a:spLocks noGrp="1"/>
          </p:cNvSpPr>
          <p:nvPr>
            <p:ph type="title" idx="4294967295"/>
          </p:nvPr>
        </p:nvSpPr>
        <p:spPr>
          <a:xfrm>
            <a:off x="0" y="417513"/>
            <a:ext cx="12344400" cy="620712"/>
          </a:xfrm>
        </p:spPr>
        <p:txBody>
          <a:bodyPr vert="horz" wrap="square" lIns="137160" tIns="68580" rIns="137160" bIns="68580" anchor="t" anchorCtr="0"/>
          <a:lstStyle/>
          <a:p>
            <a:pPr eaLnBrk="1" hangingPunct="1"/>
            <a:r>
              <a:rPr lang="zh-CN" altLang="en-US" sz="4800" b="1" dirty="0"/>
              <a:t>例</a:t>
            </a:r>
            <a:r>
              <a:rPr lang="en-US" altLang="zh-CN" sz="4800" b="1" dirty="0"/>
              <a:t>1</a:t>
            </a:r>
            <a:r>
              <a:rPr lang="zh-CN" altLang="en-US" sz="4800" b="1" dirty="0"/>
              <a:t>：</a:t>
            </a:r>
            <a:r>
              <a:rPr lang="zh-CN" altLang="en-US" sz="4800" b="1" dirty="0" smtClean="0"/>
              <a:t>获取</a:t>
            </a:r>
            <a:r>
              <a:rPr lang="en-US" altLang="zh-CN" sz="4800" b="1" dirty="0" smtClean="0"/>
              <a:t>URL</a:t>
            </a:r>
            <a:r>
              <a:rPr lang="zh-CN" altLang="en-US" sz="4800" b="1" dirty="0" smtClean="0"/>
              <a:t>信息的</a:t>
            </a:r>
            <a:r>
              <a:rPr lang="zh-CN" altLang="en-US" sz="4800" b="1" dirty="0"/>
              <a:t>例程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Rectangle 2"/>
          <p:cNvSpPr>
            <a:spLocks noGrp="1"/>
          </p:cNvSpPr>
          <p:nvPr>
            <p:ph type="body" idx="4294967295"/>
          </p:nvPr>
        </p:nvSpPr>
        <p:spPr>
          <a:xfrm>
            <a:off x="428580" y="1439863"/>
            <a:ext cx="13287420" cy="8847137"/>
          </a:xfrm>
        </p:spPr>
        <p:txBody>
          <a:bodyPr vert="horz" wrap="square" lIns="137160" tIns="68580" rIns="137160" bIns="68580" anchor="t" anchorCtr="0"/>
          <a:lstStyle/>
          <a:p>
            <a:pPr marL="571500" indent="-571500" eaLnBrk="1" hangingPunct="1">
              <a:buNone/>
            </a:pPr>
            <a:r>
              <a:rPr lang="zh-CN" altLang="en-US" sz="2700" b="1" dirty="0"/>
              <a:t>import java.io.*;</a:t>
            </a:r>
          </a:p>
          <a:p>
            <a:pPr marL="571500" indent="-571500" eaLnBrk="1" hangingPunct="1">
              <a:buNone/>
            </a:pPr>
            <a:r>
              <a:rPr lang="zh-CN" altLang="en-US" sz="2700" b="1" dirty="0"/>
              <a:t>import java.net.*;</a:t>
            </a:r>
          </a:p>
          <a:p>
            <a:pPr marL="571500" indent="-571500" eaLnBrk="1" hangingPunct="1">
              <a:lnSpc>
                <a:spcPct val="90000"/>
              </a:lnSpc>
              <a:buNone/>
            </a:pPr>
            <a:r>
              <a:rPr lang="zh-CN" altLang="en-US" sz="2700" b="1" dirty="0"/>
              <a:t>public class URLReader {</a:t>
            </a:r>
          </a:p>
          <a:p>
            <a:pPr marL="571500" indent="-571500" eaLnBrk="1" hangingPunct="1">
              <a:lnSpc>
                <a:spcPct val="90000"/>
              </a:lnSpc>
              <a:buNone/>
            </a:pPr>
            <a:r>
              <a:rPr lang="zh-CN" altLang="en-US" sz="2700" b="1" dirty="0"/>
              <a:t>     public static void main(String[] args) throws Exception { </a:t>
            </a:r>
          </a:p>
          <a:p>
            <a:pPr marL="571500" indent="-571500" eaLnBrk="1" hangingPunct="1">
              <a:lnSpc>
                <a:spcPct val="90000"/>
              </a:lnSpc>
              <a:buNone/>
            </a:pPr>
            <a:r>
              <a:rPr lang="zh-CN" altLang="en-US" sz="2700" b="1" dirty="0"/>
              <a:t>          </a:t>
            </a:r>
            <a:r>
              <a:rPr lang="zh-CN" altLang="en-US" sz="2700" b="1" dirty="0">
                <a:solidFill>
                  <a:srgbClr val="9933FF"/>
                </a:solidFill>
              </a:rPr>
              <a:t>URL </a:t>
            </a:r>
            <a:r>
              <a:rPr lang="en-US" altLang="zh-CN" sz="2700" b="1" dirty="0" err="1" smtClean="0">
                <a:solidFill>
                  <a:srgbClr val="9933FF"/>
                </a:solidFill>
              </a:rPr>
              <a:t>url</a:t>
            </a:r>
            <a:r>
              <a:rPr lang="zh-CN" altLang="en-US" sz="2700" b="1" dirty="0" smtClean="0">
                <a:solidFill>
                  <a:srgbClr val="9933FF"/>
                </a:solidFill>
              </a:rPr>
              <a:t> </a:t>
            </a:r>
            <a:r>
              <a:rPr lang="zh-CN" altLang="en-US" sz="2700" b="1" dirty="0">
                <a:solidFill>
                  <a:srgbClr val="9933FF"/>
                </a:solidFill>
              </a:rPr>
              <a:t>= new URL(“http://www.</a:t>
            </a:r>
            <a:r>
              <a:rPr lang="en-US" altLang="zh-CN" sz="2700" b="1" dirty="0">
                <a:solidFill>
                  <a:srgbClr val="9933FF"/>
                </a:solidFill>
              </a:rPr>
              <a:t>ycu.edu.cn</a:t>
            </a:r>
            <a:r>
              <a:rPr lang="zh-CN" altLang="en-US" sz="2700" b="1" dirty="0">
                <a:solidFill>
                  <a:srgbClr val="9933FF"/>
                </a:solidFill>
              </a:rPr>
              <a:t>/"); </a:t>
            </a:r>
          </a:p>
          <a:p>
            <a:pPr marL="571500" indent="-571500" eaLnBrk="1" hangingPunct="1">
              <a:lnSpc>
                <a:spcPct val="90000"/>
              </a:lnSpc>
              <a:buNone/>
            </a:pPr>
            <a:r>
              <a:rPr lang="zh-CN" altLang="en-US" sz="2700" b="1" dirty="0"/>
              <a:t>          BufferedReader in = new BufferedReader(new          InputStreamReader</a:t>
            </a:r>
            <a:r>
              <a:rPr lang="zh-CN" altLang="en-US" sz="2700" b="1" dirty="0" smtClean="0"/>
              <a:t>(</a:t>
            </a:r>
            <a:r>
              <a:rPr lang="en-US" altLang="zh-CN" sz="2700" b="1" dirty="0" err="1" smtClean="0">
                <a:solidFill>
                  <a:srgbClr val="9933FF"/>
                </a:solidFill>
              </a:rPr>
              <a:t>url</a:t>
            </a:r>
            <a:r>
              <a:rPr lang="zh-CN" altLang="en-US" sz="2700" b="1" dirty="0" smtClean="0">
                <a:solidFill>
                  <a:srgbClr val="9933FF"/>
                </a:solidFill>
              </a:rPr>
              <a:t>.</a:t>
            </a:r>
            <a:r>
              <a:rPr lang="zh-CN" altLang="en-US" sz="2700" b="1" dirty="0">
                <a:solidFill>
                  <a:srgbClr val="9933FF"/>
                </a:solidFill>
              </a:rPr>
              <a:t>openStream())</a:t>
            </a:r>
            <a:r>
              <a:rPr lang="zh-CN" altLang="en-US" sz="2700" b="1" dirty="0"/>
              <a:t>);</a:t>
            </a:r>
          </a:p>
          <a:p>
            <a:pPr marL="571500" indent="-571500" eaLnBrk="1" hangingPunct="1">
              <a:lnSpc>
                <a:spcPct val="90000"/>
              </a:lnSpc>
              <a:buNone/>
            </a:pPr>
            <a:r>
              <a:rPr lang="zh-CN" altLang="en-US" sz="2700" b="1" dirty="0"/>
              <a:t>           String inputLine;     </a:t>
            </a:r>
          </a:p>
          <a:p>
            <a:pPr marL="571500" indent="-571500" eaLnBrk="1" hangingPunct="1">
              <a:lnSpc>
                <a:spcPct val="90000"/>
              </a:lnSpc>
              <a:buNone/>
            </a:pPr>
            <a:r>
              <a:rPr lang="zh-CN" altLang="en-US" sz="2700" b="1" dirty="0"/>
              <a:t>	     File outfile = new File</a:t>
            </a:r>
            <a:r>
              <a:rPr lang="zh-CN" altLang="en-US" sz="2700" b="1" dirty="0" smtClean="0"/>
              <a:t>(“</a:t>
            </a:r>
            <a:r>
              <a:rPr lang="en-US" altLang="zh-CN" sz="2700" b="1" dirty="0" smtClean="0"/>
              <a:t>d:\\</a:t>
            </a:r>
            <a:r>
              <a:rPr lang="zh-CN" altLang="en-US" sz="2700" b="1" dirty="0" smtClean="0"/>
              <a:t>test</a:t>
            </a:r>
            <a:r>
              <a:rPr lang="zh-CN" altLang="en-US" sz="2700" b="1" dirty="0"/>
              <a:t>.html");	  </a:t>
            </a:r>
          </a:p>
          <a:p>
            <a:pPr marL="571500" indent="-571500" eaLnBrk="1" hangingPunct="1">
              <a:lnSpc>
                <a:spcPct val="90000"/>
              </a:lnSpc>
              <a:buNone/>
            </a:pPr>
            <a:r>
              <a:rPr lang="zh-CN" altLang="en-US" sz="2700" b="1" dirty="0"/>
              <a:t>	      PrintWriter out = new PrintWriter(new FileWriter(outfile));</a:t>
            </a:r>
          </a:p>
          <a:p>
            <a:pPr marL="571500" indent="-571500" eaLnBrk="1" hangingPunct="1">
              <a:lnSpc>
                <a:spcPct val="90000"/>
              </a:lnSpc>
              <a:buNone/>
            </a:pPr>
            <a:r>
              <a:rPr lang="zh-CN" altLang="en-US" sz="2700" b="1" dirty="0"/>
              <a:t>            while ((inputLine = in.readLine()) != null) {</a:t>
            </a:r>
          </a:p>
          <a:p>
            <a:pPr marL="571500" indent="-571500" eaLnBrk="1" hangingPunct="1">
              <a:lnSpc>
                <a:spcPct val="90000"/>
              </a:lnSpc>
              <a:buNone/>
            </a:pPr>
            <a:r>
              <a:rPr lang="zh-CN" altLang="en-US" sz="2700" b="1" dirty="0"/>
              <a:t>                             //从输入流中不断读取数据直到读完为止</a:t>
            </a:r>
          </a:p>
          <a:p>
            <a:pPr marL="571500" indent="-571500" eaLnBrk="1" hangingPunct="1">
              <a:lnSpc>
                <a:spcPct val="90000"/>
              </a:lnSpc>
              <a:buNone/>
            </a:pPr>
            <a:r>
              <a:rPr lang="zh-CN" altLang="en-US" sz="2700" b="1" dirty="0"/>
              <a:t>               out.println(inputLine); //把读入的数据写入test.html</a:t>
            </a:r>
          </a:p>
          <a:p>
            <a:pPr marL="571500" indent="-571500" eaLnBrk="1" hangingPunct="1">
              <a:lnSpc>
                <a:spcPct val="90000"/>
              </a:lnSpc>
              <a:buNone/>
            </a:pPr>
            <a:r>
              <a:rPr lang="zh-CN" altLang="en-US" sz="2700" b="1" dirty="0"/>
              <a:t>	   }</a:t>
            </a:r>
          </a:p>
          <a:p>
            <a:pPr marL="571500" indent="-571500" eaLnBrk="1" hangingPunct="1">
              <a:lnSpc>
                <a:spcPct val="90000"/>
              </a:lnSpc>
              <a:buNone/>
            </a:pPr>
            <a:r>
              <a:rPr lang="zh-CN" altLang="en-US" sz="2700" b="1" dirty="0"/>
              <a:t>           in.close(); //关闭输入流</a:t>
            </a:r>
          </a:p>
          <a:p>
            <a:pPr marL="571500" indent="-571500" eaLnBrk="1" hangingPunct="1">
              <a:lnSpc>
                <a:spcPct val="90000"/>
              </a:lnSpc>
              <a:buNone/>
            </a:pPr>
            <a:r>
              <a:rPr lang="zh-CN" altLang="en-US" sz="2700" b="1" dirty="0"/>
              <a:t>          out.close();</a:t>
            </a:r>
          </a:p>
          <a:p>
            <a:pPr marL="571500" indent="-571500" eaLnBrk="1" hangingPunct="1">
              <a:lnSpc>
                <a:spcPct val="90000"/>
              </a:lnSpc>
              <a:buNone/>
            </a:pPr>
            <a:r>
              <a:rPr lang="zh-CN" altLang="en-US" sz="2700" b="1" dirty="0"/>
              <a:t>     }</a:t>
            </a:r>
          </a:p>
          <a:p>
            <a:pPr marL="571500" indent="-571500" eaLnBrk="1" hangingPunct="1">
              <a:lnSpc>
                <a:spcPct val="90000"/>
              </a:lnSpc>
              <a:buNone/>
            </a:pPr>
            <a:r>
              <a:rPr lang="zh-CN" altLang="en-US" sz="2700" b="1" dirty="0"/>
              <a:t> }</a:t>
            </a:r>
          </a:p>
        </p:txBody>
      </p:sp>
      <p:sp>
        <p:nvSpPr>
          <p:cNvPr id="17410" name="Rectangle 3"/>
          <p:cNvSpPr>
            <a:spLocks noGrp="1"/>
          </p:cNvSpPr>
          <p:nvPr>
            <p:ph type="title" idx="4294967295"/>
          </p:nvPr>
        </p:nvSpPr>
        <p:spPr>
          <a:xfrm>
            <a:off x="0" y="417513"/>
            <a:ext cx="12344400" cy="620712"/>
          </a:xfrm>
        </p:spPr>
        <p:txBody>
          <a:bodyPr vert="horz" wrap="square" lIns="137160" tIns="68580" rIns="137160" bIns="68580" anchor="t" anchorCtr="0"/>
          <a:lstStyle/>
          <a:p>
            <a:pPr eaLnBrk="1" hangingPunct="1"/>
            <a:r>
              <a:rPr lang="zh-CN" altLang="en-US" sz="4800" b="1" dirty="0" smtClean="0"/>
              <a:t>例</a:t>
            </a:r>
            <a:r>
              <a:rPr lang="en-US" altLang="zh-CN" sz="4800" b="1" dirty="0" smtClean="0"/>
              <a:t>2</a:t>
            </a:r>
            <a:r>
              <a:rPr lang="zh-CN" altLang="en-US" sz="4800" b="1" dirty="0" smtClean="0"/>
              <a:t>：</a:t>
            </a:r>
            <a:r>
              <a:rPr lang="zh-CN" altLang="en-US" sz="4800" b="1" dirty="0"/>
              <a:t>获取网络资源的例程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90" name="文本框 16389"/>
          <p:cNvSpPr txBox="1"/>
          <p:nvPr/>
        </p:nvSpPr>
        <p:spPr>
          <a:xfrm>
            <a:off x="7658100" y="101600"/>
            <a:ext cx="723900" cy="35560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pPr eaLnBrk="1" hangingPunct="1"/>
            <a:r>
              <a:rPr lang="zh-CN" altLang="en-US" sz="2700">
                <a:solidFill>
                  <a:srgbClr val="007977"/>
                </a:solidFill>
                <a:latin typeface="宋体" panose="02010600030101010101" pitchFamily="2" charset="-122"/>
              </a:rPr>
              <a:t>）</a:t>
            </a:r>
          </a:p>
        </p:txBody>
      </p:sp>
      <p:sp>
        <p:nvSpPr>
          <p:cNvPr id="16391" name="文本框 16390"/>
          <p:cNvSpPr txBox="1"/>
          <p:nvPr/>
        </p:nvSpPr>
        <p:spPr>
          <a:xfrm>
            <a:off x="8001000" y="101600"/>
            <a:ext cx="469900" cy="35560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pPr eaLnBrk="1" hangingPunct="1"/>
            <a:r>
              <a:rPr lang="en-US" altLang="zh-CN" sz="2700">
                <a:solidFill>
                  <a:srgbClr val="007977"/>
                </a:solidFill>
                <a:latin typeface="Arial" panose="020B0604020202020204" pitchFamily="34" charset="0"/>
              </a:rPr>
              <a:t> </a:t>
            </a:r>
          </a:p>
          <a:p>
            <a:pPr eaLnBrk="1" hangingPunct="1"/>
            <a:endParaRPr lang="en-US" altLang="zh-CN" sz="2700">
              <a:solidFill>
                <a:srgbClr val="007977"/>
              </a:solidFill>
              <a:latin typeface="Arial" panose="020B0604020202020204" pitchFamily="34" charset="0"/>
            </a:endParaRPr>
          </a:p>
        </p:txBody>
      </p:sp>
      <p:sp>
        <p:nvSpPr>
          <p:cNvPr id="16393" name="文本框 16392"/>
          <p:cNvSpPr txBox="1"/>
          <p:nvPr/>
        </p:nvSpPr>
        <p:spPr>
          <a:xfrm>
            <a:off x="0" y="714344"/>
            <a:ext cx="11757076" cy="830997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lstStyle/>
          <a:p>
            <a:pPr eaLnBrk="1" hangingPunct="1"/>
            <a:r>
              <a:rPr lang="en-US" altLang="zh-CN" sz="4800" b="1" dirty="0" smtClean="0">
                <a:solidFill>
                  <a:srgbClr val="003298"/>
                </a:solidFill>
                <a:latin typeface="Arial Bold" pitchFamily="34" charset="0"/>
              </a:rPr>
              <a:t>1.1.7 Web </a:t>
            </a:r>
            <a:r>
              <a:rPr lang="zh-CN" altLang="en-US" sz="4800" b="1" dirty="0" smtClean="0">
                <a:solidFill>
                  <a:srgbClr val="003298"/>
                </a:solidFill>
                <a:latin typeface="宋体" panose="02010600030101010101" pitchFamily="2" charset="-122"/>
              </a:rPr>
              <a:t>应用开发技术</a:t>
            </a:r>
            <a:endParaRPr lang="en-US" altLang="zh-CN" sz="4800" b="1" dirty="0">
              <a:solidFill>
                <a:srgbClr val="003298"/>
              </a:solidFill>
              <a:latin typeface="Arial Bold" pitchFamily="34" charset="0"/>
            </a:endParaRPr>
          </a:p>
        </p:txBody>
      </p:sp>
      <p:sp>
        <p:nvSpPr>
          <p:cNvPr id="16395" name="文本框 16394"/>
          <p:cNvSpPr txBox="1"/>
          <p:nvPr/>
        </p:nvSpPr>
        <p:spPr>
          <a:xfrm>
            <a:off x="11315700" y="1358900"/>
            <a:ext cx="609600" cy="88900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pPr eaLnBrk="1" hangingPunct="1"/>
            <a:r>
              <a:rPr lang="en-US" altLang="zh-CN" sz="6600" b="1">
                <a:solidFill>
                  <a:srgbClr val="003298"/>
                </a:solidFill>
                <a:latin typeface="Arial Bold" pitchFamily="34" charset="0"/>
              </a:rPr>
              <a:t> </a:t>
            </a:r>
          </a:p>
          <a:p>
            <a:pPr eaLnBrk="1" hangingPunct="1"/>
            <a:endParaRPr lang="en-US" altLang="zh-CN" sz="6600" b="1">
              <a:solidFill>
                <a:srgbClr val="003298"/>
              </a:solidFill>
              <a:latin typeface="Arial Bold" pitchFamily="34" charset="0"/>
            </a:endParaRPr>
          </a:p>
        </p:txBody>
      </p:sp>
      <p:sp>
        <p:nvSpPr>
          <p:cNvPr id="16397" name="文本框 16396"/>
          <p:cNvSpPr txBox="1"/>
          <p:nvPr/>
        </p:nvSpPr>
        <p:spPr>
          <a:xfrm>
            <a:off x="571456" y="2000228"/>
            <a:ext cx="12623800" cy="156966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lstStyle/>
          <a:p>
            <a:pPr eaLnBrk="1" hangingPunct="1">
              <a:lnSpc>
                <a:spcPct val="150000"/>
              </a:lnSpc>
            </a:pPr>
            <a:r>
              <a:rPr lang="en-US" altLang="zh-CN" sz="3200" b="1" dirty="0" smtClean="0">
                <a:solidFill>
                  <a:schemeClr val="accent2"/>
                </a:solidFill>
                <a:latin typeface="Arial" panose="020B0604020202020204" pitchFamily="34" charset="0"/>
              </a:rPr>
              <a:t>1</a:t>
            </a:r>
            <a:r>
              <a:rPr lang="zh-CN" altLang="en-US" sz="3200" b="1" dirty="0" smtClean="0">
                <a:solidFill>
                  <a:schemeClr val="accent2"/>
                </a:solidFill>
                <a:latin typeface="Arial" panose="020B0604020202020204" pitchFamily="34" charset="0"/>
              </a:rPr>
              <a:t>、</a:t>
            </a:r>
            <a:r>
              <a:rPr lang="en-US" altLang="zh-CN" sz="3200" b="1" dirty="0" smtClean="0">
                <a:solidFill>
                  <a:schemeClr val="accent2"/>
                </a:solidFill>
                <a:latin typeface="Arial" panose="020B0604020202020204" pitchFamily="34" charset="0"/>
              </a:rPr>
              <a:t>Sun</a:t>
            </a:r>
            <a:r>
              <a:rPr lang="zh-CN" altLang="en-US" sz="3200" b="1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公司的</a:t>
            </a:r>
            <a:r>
              <a:rPr lang="en-US" altLang="zh-CN" sz="3200" b="1" dirty="0" smtClean="0">
                <a:solidFill>
                  <a:schemeClr val="accent2"/>
                </a:solidFill>
              </a:rPr>
              <a:t>Java Web</a:t>
            </a:r>
            <a:r>
              <a:rPr lang="zh-CN" altLang="en-US" sz="3200" b="1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技术</a:t>
            </a:r>
            <a:r>
              <a:rPr lang="zh-CN" altLang="en-US" sz="3200" b="1" dirty="0" smtClean="0">
                <a:solidFill>
                  <a:schemeClr val="accent2"/>
                </a:solidFill>
                <a:ea typeface="宋体" panose="02010600030101010101" pitchFamily="2" charset="-122"/>
              </a:rPr>
              <a:t>：</a:t>
            </a:r>
            <a:r>
              <a:rPr lang="en-US" altLang="zh-CN" sz="3200" b="1" dirty="0" smtClean="0">
                <a:solidFill>
                  <a:schemeClr val="accent2"/>
                </a:solidFill>
                <a:ea typeface="宋体" panose="02010600030101010101" pitchFamily="2" charset="-122"/>
              </a:rPr>
              <a:t>JSP      </a:t>
            </a:r>
          </a:p>
          <a:p>
            <a:pPr eaLnBrk="1" hangingPunct="1">
              <a:lnSpc>
                <a:spcPct val="150000"/>
              </a:lnSpc>
            </a:pPr>
            <a:r>
              <a:rPr lang="en-US" altLang="zh-CN" sz="3200" dirty="0" smtClean="0">
                <a:ea typeface="宋体" panose="02010600030101010101" pitchFamily="2" charset="-122"/>
              </a:rPr>
              <a:t>        </a:t>
            </a:r>
            <a:r>
              <a:rPr lang="zh-CN" altLang="en-US" sz="3200" dirty="0" smtClean="0"/>
              <a:t>安全性、稳定性、一致性好，薪水高</a:t>
            </a:r>
            <a:endParaRPr lang="en-US" altLang="zh-CN" sz="3200" dirty="0">
              <a:solidFill>
                <a:srgbClr val="007977"/>
              </a:solidFill>
              <a:latin typeface="Arial" panose="020B0604020202020204" pitchFamily="34" charset="0"/>
            </a:endParaRPr>
          </a:p>
        </p:txBody>
      </p:sp>
      <p:sp>
        <p:nvSpPr>
          <p:cNvPr id="16401" name="文本框 16400"/>
          <p:cNvSpPr txBox="1"/>
          <p:nvPr/>
        </p:nvSpPr>
        <p:spPr>
          <a:xfrm>
            <a:off x="8001000" y="3018155"/>
            <a:ext cx="2860675" cy="829945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lstStyle/>
          <a:p>
            <a:pPr eaLnBrk="1" hangingPunct="1"/>
            <a:endParaRPr lang="en-US" altLang="zh-CN" sz="4800" dirty="0">
              <a:solidFill>
                <a:srgbClr val="007977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6403" name="文本框 16402"/>
          <p:cNvSpPr txBox="1"/>
          <p:nvPr/>
        </p:nvSpPr>
        <p:spPr>
          <a:xfrm>
            <a:off x="642894" y="3857616"/>
            <a:ext cx="12287336" cy="3046988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lstStyle/>
          <a:p>
            <a:pPr eaLnBrk="1" hangingPunct="1">
              <a:lnSpc>
                <a:spcPct val="150000"/>
              </a:lnSpc>
            </a:pPr>
            <a:r>
              <a:rPr lang="en-US" altLang="zh-CN" sz="3200" b="1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2</a:t>
            </a:r>
            <a:r>
              <a:rPr lang="zh-CN" altLang="en-US" sz="3200" b="1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、微软</a:t>
            </a:r>
            <a:r>
              <a:rPr lang="zh-CN" altLang="en-US" sz="3200" b="1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的</a:t>
            </a:r>
            <a:r>
              <a:rPr lang="en-US" altLang="zh-CN" sz="3200" b="1" dirty="0" smtClean="0">
                <a:solidFill>
                  <a:schemeClr val="accent2"/>
                </a:solidFill>
              </a:rPr>
              <a:t>ASP</a:t>
            </a:r>
            <a:r>
              <a:rPr lang="zh-CN" altLang="en-US" sz="3200" b="1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以及</a:t>
            </a:r>
            <a:r>
              <a:rPr lang="en-US" altLang="zh-CN" sz="3200" b="1" dirty="0" smtClean="0">
                <a:solidFill>
                  <a:schemeClr val="accent2"/>
                </a:solidFill>
              </a:rPr>
              <a:t>ASP.NET</a:t>
            </a:r>
            <a:r>
              <a:rPr lang="zh-CN" altLang="en-US" sz="3200" b="1" dirty="0" smtClean="0">
                <a:solidFill>
                  <a:schemeClr val="accent2"/>
                </a:solidFill>
              </a:rPr>
              <a:t>：</a:t>
            </a:r>
            <a:endParaRPr lang="en-US" altLang="zh-CN" sz="3200" b="1" dirty="0" smtClean="0">
              <a:solidFill>
                <a:schemeClr val="accent2"/>
              </a:solidFill>
            </a:endParaRPr>
          </a:p>
          <a:p>
            <a:pPr eaLnBrk="1" hangingPunct="1">
              <a:lnSpc>
                <a:spcPct val="150000"/>
              </a:lnSpc>
            </a:pPr>
            <a:r>
              <a:rPr lang="zh-CN" altLang="en-US" sz="3200" dirty="0" smtClean="0"/>
              <a:t>优点：简单</a:t>
            </a:r>
            <a:r>
              <a:rPr lang="zh-CN" altLang="en-US" sz="3200" dirty="0" smtClean="0"/>
              <a:t>易学</a:t>
            </a:r>
            <a:r>
              <a:rPr lang="zh-CN" altLang="en-US" sz="3200" dirty="0" smtClean="0"/>
              <a:t>。</a:t>
            </a:r>
            <a:endParaRPr lang="en-US" altLang="zh-CN" sz="3200" dirty="0" smtClean="0"/>
          </a:p>
          <a:p>
            <a:pPr eaLnBrk="1" hangingPunct="1">
              <a:lnSpc>
                <a:spcPct val="150000"/>
              </a:lnSpc>
            </a:pPr>
            <a:r>
              <a:rPr lang="zh-CN" altLang="en-US" sz="3200" dirty="0" smtClean="0"/>
              <a:t>缺点</a:t>
            </a:r>
            <a:r>
              <a:rPr lang="zh-CN" altLang="en-US" sz="3200" dirty="0" smtClean="0"/>
              <a:t>：</a:t>
            </a:r>
            <a:r>
              <a:rPr lang="en-US" altLang="zh-CN" sz="3200" dirty="0" smtClean="0"/>
              <a:t>Windows</a:t>
            </a:r>
            <a:r>
              <a:rPr lang="zh-CN" altLang="en-US" sz="3200" dirty="0" smtClean="0"/>
              <a:t>本身的所有问题都会一成不变的也累加到了它的身上。安全性、稳定性、跨平台性都会因为与</a:t>
            </a:r>
            <a:r>
              <a:rPr lang="en-US" altLang="zh-CN" sz="3200" dirty="0" smtClean="0"/>
              <a:t>NT</a:t>
            </a:r>
            <a:r>
              <a:rPr lang="zh-CN" altLang="en-US" sz="3200" dirty="0" smtClean="0"/>
              <a:t>的捆绑而显现出来。</a:t>
            </a:r>
            <a:endParaRPr lang="zh-CN" altLang="en-US" sz="3200" dirty="0">
              <a:latin typeface="宋体" panose="02010600030101010101" pitchFamily="2" charset="-122"/>
            </a:endParaRPr>
          </a:p>
        </p:txBody>
      </p:sp>
      <p:sp>
        <p:nvSpPr>
          <p:cNvPr id="16408" name="文本框 16407"/>
          <p:cNvSpPr txBox="1"/>
          <p:nvPr/>
        </p:nvSpPr>
        <p:spPr>
          <a:xfrm>
            <a:off x="785770" y="7215202"/>
            <a:ext cx="12501650" cy="2308324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lstStyle/>
          <a:p>
            <a:pPr eaLnBrk="1" hangingPunct="1">
              <a:lnSpc>
                <a:spcPct val="150000"/>
              </a:lnSpc>
            </a:pPr>
            <a:r>
              <a:rPr lang="en-US" altLang="zh-CN" sz="3200" b="1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3</a:t>
            </a:r>
            <a:r>
              <a:rPr lang="zh-CN" altLang="en-US" sz="3200" b="1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、开</a:t>
            </a:r>
            <a:r>
              <a:rPr lang="zh-CN" altLang="en-US" sz="3200" b="1" dirty="0">
                <a:solidFill>
                  <a:schemeClr val="accent2"/>
                </a:solidFill>
                <a:latin typeface="宋体" panose="02010600030101010101" pitchFamily="2" charset="-122"/>
              </a:rPr>
              <a:t>源</a:t>
            </a:r>
            <a:r>
              <a:rPr lang="zh-CN" altLang="en-US" sz="3200" b="1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的</a:t>
            </a:r>
            <a:r>
              <a:rPr lang="en-US" altLang="zh-CN" sz="3200" b="1" dirty="0" smtClean="0">
                <a:solidFill>
                  <a:schemeClr val="accent2"/>
                </a:solidFill>
              </a:rPr>
              <a:t>PHP</a:t>
            </a:r>
            <a:r>
              <a:rPr lang="zh-CN" altLang="en-US" sz="3200" b="1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技术</a:t>
            </a:r>
            <a:endParaRPr lang="en-US" altLang="zh-CN" sz="3200" b="1" dirty="0" smtClean="0">
              <a:solidFill>
                <a:schemeClr val="accent2"/>
              </a:solidFill>
              <a:latin typeface="宋体" panose="02010600030101010101" pitchFamily="2" charset="-122"/>
            </a:endParaRPr>
          </a:p>
          <a:p>
            <a:pPr eaLnBrk="1" hangingPunct="1">
              <a:lnSpc>
                <a:spcPct val="150000"/>
              </a:lnSpc>
            </a:pPr>
            <a:r>
              <a:rPr lang="zh-CN" altLang="en-US" sz="3200" dirty="0" smtClean="0"/>
              <a:t>开源组织提供，完全免费的，不用花钱，你可以从</a:t>
            </a:r>
            <a:r>
              <a:rPr lang="en-US" sz="3200" dirty="0" smtClean="0"/>
              <a:t>PHP</a:t>
            </a:r>
            <a:r>
              <a:rPr lang="zh-CN" altLang="en-US" sz="3200" dirty="0" smtClean="0"/>
              <a:t>官方站点</a:t>
            </a:r>
            <a:r>
              <a:rPr lang="en-US" altLang="zh-CN" sz="3200" dirty="0" smtClean="0"/>
              <a:t>(</a:t>
            </a:r>
            <a:r>
              <a:rPr lang="en-US" sz="3200" dirty="0" smtClean="0"/>
              <a:t>http: //www.php.net)</a:t>
            </a:r>
            <a:r>
              <a:rPr lang="zh-CN" altLang="en-US" sz="3200" dirty="0" smtClean="0"/>
              <a:t>自由下载 比如：新浪</a:t>
            </a:r>
            <a:endParaRPr lang="zh-CN" altLang="en-US" sz="3200" dirty="0">
              <a:latin typeface="宋体" panose="02010600030101010101" pitchFamily="2" charset="-122"/>
            </a:endParaRPr>
          </a:p>
        </p:txBody>
      </p:sp>
      <p:sp>
        <p:nvSpPr>
          <p:cNvPr id="16411" name="文本框 16410"/>
          <p:cNvSpPr txBox="1"/>
          <p:nvPr/>
        </p:nvSpPr>
        <p:spPr>
          <a:xfrm>
            <a:off x="5410200" y="4724400"/>
            <a:ext cx="711200" cy="67310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pPr eaLnBrk="1" hangingPunct="1"/>
            <a:r>
              <a:rPr lang="en-US" altLang="zh-CN" sz="4800">
                <a:solidFill>
                  <a:srgbClr val="007977"/>
                </a:solidFill>
                <a:latin typeface="Arial" panose="020B0604020202020204" pitchFamily="34" charset="0"/>
              </a:rPr>
              <a:t>  </a:t>
            </a:r>
          </a:p>
          <a:p>
            <a:pPr eaLnBrk="1" hangingPunct="1"/>
            <a:endParaRPr lang="en-US" altLang="zh-CN" sz="4800">
              <a:solidFill>
                <a:srgbClr val="007977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4" name="文本框 17413"/>
          <p:cNvSpPr txBox="1"/>
          <p:nvPr/>
        </p:nvSpPr>
        <p:spPr>
          <a:xfrm>
            <a:off x="7658100" y="101600"/>
            <a:ext cx="723900" cy="35560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pPr eaLnBrk="1" hangingPunct="1"/>
            <a:r>
              <a:rPr lang="zh-CN" altLang="en-US" sz="2700">
                <a:solidFill>
                  <a:srgbClr val="007977"/>
                </a:solidFill>
                <a:latin typeface="宋体" panose="02010600030101010101" pitchFamily="2" charset="-122"/>
              </a:rPr>
              <a:t>）</a:t>
            </a:r>
          </a:p>
        </p:txBody>
      </p:sp>
      <p:sp>
        <p:nvSpPr>
          <p:cNvPr id="17415" name="文本框 17414"/>
          <p:cNvSpPr txBox="1"/>
          <p:nvPr/>
        </p:nvSpPr>
        <p:spPr>
          <a:xfrm>
            <a:off x="8001000" y="101600"/>
            <a:ext cx="469900" cy="35560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pPr eaLnBrk="1" hangingPunct="1"/>
            <a:r>
              <a:rPr lang="en-US" altLang="zh-CN" sz="2700">
                <a:solidFill>
                  <a:srgbClr val="007977"/>
                </a:solidFill>
                <a:latin typeface="Arial" panose="020B0604020202020204" pitchFamily="34" charset="0"/>
              </a:rPr>
              <a:t> </a:t>
            </a:r>
          </a:p>
          <a:p>
            <a:pPr eaLnBrk="1" hangingPunct="1"/>
            <a:endParaRPr lang="en-US" altLang="zh-CN" sz="2700">
              <a:solidFill>
                <a:srgbClr val="007977"/>
              </a:solidFill>
              <a:latin typeface="Arial" panose="020B0604020202020204" pitchFamily="34" charset="0"/>
            </a:endParaRPr>
          </a:p>
        </p:txBody>
      </p:sp>
      <p:sp>
        <p:nvSpPr>
          <p:cNvPr id="17417" name="文本框 17416"/>
          <p:cNvSpPr txBox="1"/>
          <p:nvPr/>
        </p:nvSpPr>
        <p:spPr>
          <a:xfrm>
            <a:off x="2357406" y="1142972"/>
            <a:ext cx="9461536" cy="1107996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lstStyle/>
          <a:p>
            <a:pPr eaLnBrk="1" hangingPunct="1"/>
            <a:r>
              <a:rPr lang="en-US" altLang="zh-CN" sz="6600" dirty="0" smtClean="0">
                <a:solidFill>
                  <a:srgbClr val="003298"/>
                </a:solidFill>
                <a:latin typeface="Arial Bold" pitchFamily="34" charset="0"/>
              </a:rPr>
              <a:t>1.2 </a:t>
            </a:r>
            <a:r>
              <a:rPr lang="en-US" altLang="zh-CN" sz="6600" dirty="0">
                <a:solidFill>
                  <a:srgbClr val="003298"/>
                </a:solidFill>
                <a:latin typeface="Arial Bold" pitchFamily="34" charset="0"/>
              </a:rPr>
              <a:t>Java</a:t>
            </a:r>
            <a:r>
              <a:rPr lang="en-US" altLang="zh-CN" sz="6600" b="1" dirty="0">
                <a:solidFill>
                  <a:srgbClr val="003298"/>
                </a:solidFill>
                <a:latin typeface="Arial Bold" pitchFamily="34" charset="0"/>
              </a:rPr>
              <a:t> </a:t>
            </a:r>
            <a:r>
              <a:rPr lang="en-US" altLang="zh-CN" sz="6600" dirty="0" smtClean="0">
                <a:solidFill>
                  <a:srgbClr val="003298"/>
                </a:solidFill>
                <a:latin typeface="Arial Bold" pitchFamily="34" charset="0"/>
              </a:rPr>
              <a:t>Web</a:t>
            </a:r>
            <a:r>
              <a:rPr lang="zh-CN" altLang="en-US" sz="6600" b="1" dirty="0" smtClean="0">
                <a:solidFill>
                  <a:srgbClr val="003298"/>
                </a:solidFill>
                <a:latin typeface="宋体" panose="02010600030101010101" pitchFamily="2" charset="-122"/>
              </a:rPr>
              <a:t>应用概述</a:t>
            </a:r>
            <a:endParaRPr lang="en-US" altLang="zh-CN" sz="6600" dirty="0">
              <a:solidFill>
                <a:srgbClr val="003298"/>
              </a:solidFill>
              <a:latin typeface="Arial Bold" pitchFamily="34" charset="0"/>
            </a:endParaRPr>
          </a:p>
        </p:txBody>
      </p:sp>
      <p:sp>
        <p:nvSpPr>
          <p:cNvPr id="17419" name="文本框 17418"/>
          <p:cNvSpPr txBox="1"/>
          <p:nvPr/>
        </p:nvSpPr>
        <p:spPr>
          <a:xfrm>
            <a:off x="11163300" y="1358900"/>
            <a:ext cx="609600" cy="88900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pPr eaLnBrk="1" hangingPunct="1"/>
            <a:r>
              <a:rPr lang="en-US" altLang="zh-CN" sz="6600" b="1">
                <a:solidFill>
                  <a:srgbClr val="003298"/>
                </a:solidFill>
                <a:latin typeface="Arial Bold" pitchFamily="34" charset="0"/>
              </a:rPr>
              <a:t> </a:t>
            </a:r>
          </a:p>
          <a:p>
            <a:pPr eaLnBrk="1" hangingPunct="1"/>
            <a:endParaRPr lang="en-US" altLang="zh-CN" sz="6600" b="1">
              <a:solidFill>
                <a:srgbClr val="003298"/>
              </a:solidFill>
              <a:latin typeface="Arial Bold" pitchFamily="34" charset="0"/>
            </a:endParaRPr>
          </a:p>
        </p:txBody>
      </p:sp>
      <p:sp>
        <p:nvSpPr>
          <p:cNvPr id="17420" name="文本框 17419"/>
          <p:cNvSpPr txBox="1"/>
          <p:nvPr/>
        </p:nvSpPr>
        <p:spPr>
          <a:xfrm>
            <a:off x="584200" y="3111500"/>
            <a:ext cx="787400" cy="49530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pPr eaLnBrk="1" hangingPunct="1"/>
            <a:r>
              <a:rPr lang="en-US" altLang="zh-CN" sz="3600">
                <a:solidFill>
                  <a:srgbClr val="DC5800"/>
                </a:solidFill>
                <a:latin typeface="Wingdings" panose="05000000000000000000" pitchFamily="34" charset="0"/>
              </a:rPr>
              <a:t></a:t>
            </a:r>
          </a:p>
        </p:txBody>
      </p:sp>
      <p:sp>
        <p:nvSpPr>
          <p:cNvPr id="17421" name="文本框 17420"/>
          <p:cNvSpPr txBox="1"/>
          <p:nvPr/>
        </p:nvSpPr>
        <p:spPr>
          <a:xfrm>
            <a:off x="1092200" y="2971800"/>
            <a:ext cx="12052344" cy="2308324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lstStyle/>
          <a:p>
            <a:pPr eaLnBrk="1" hangingPunct="1"/>
            <a:r>
              <a:rPr lang="en-US" altLang="zh-CN" sz="4800" dirty="0" smtClean="0">
                <a:latin typeface="Arial" panose="020B0604020202020204" pitchFamily="34" charset="0"/>
              </a:rPr>
              <a:t>1.2.1 </a:t>
            </a:r>
            <a:r>
              <a:rPr lang="en-US" altLang="zh-CN" sz="4800" dirty="0">
                <a:latin typeface="Arial" panose="020B0604020202020204" pitchFamily="34" charset="0"/>
              </a:rPr>
              <a:t>Java </a:t>
            </a:r>
            <a:r>
              <a:rPr lang="en-US" altLang="zh-CN" sz="4800" dirty="0" smtClean="0">
                <a:latin typeface="Arial" panose="020B0604020202020204" pitchFamily="34" charset="0"/>
              </a:rPr>
              <a:t>Web</a:t>
            </a:r>
            <a:r>
              <a:rPr lang="zh-CN" altLang="en-US" sz="4800" dirty="0" smtClean="0">
                <a:latin typeface="Arial" panose="020B0604020202020204" pitchFamily="34" charset="0"/>
              </a:rPr>
              <a:t>与</a:t>
            </a:r>
            <a:r>
              <a:rPr lang="en-US" altLang="zh-CN" sz="4800" dirty="0" smtClean="0"/>
              <a:t>Java</a:t>
            </a:r>
            <a:r>
              <a:rPr lang="zh-CN" altLang="en-US" sz="4800" dirty="0" smtClean="0">
                <a:latin typeface="宋体" panose="02010600030101010101" pitchFamily="2" charset="-122"/>
              </a:rPr>
              <a:t>的关系</a:t>
            </a:r>
          </a:p>
          <a:p>
            <a:pPr eaLnBrk="1" hangingPunct="1"/>
            <a:endParaRPr lang="en-US" altLang="zh-CN" sz="4800" dirty="0" smtClean="0">
              <a:solidFill>
                <a:srgbClr val="007977"/>
              </a:solidFill>
            </a:endParaRPr>
          </a:p>
          <a:p>
            <a:pPr eaLnBrk="1" hangingPunct="1"/>
            <a:endParaRPr lang="en-US" altLang="zh-CN" sz="4800" dirty="0">
              <a:solidFill>
                <a:srgbClr val="007977"/>
              </a:solidFill>
              <a:latin typeface="Arial" panose="020B0604020202020204" pitchFamily="34" charset="0"/>
            </a:endParaRPr>
          </a:p>
        </p:txBody>
      </p:sp>
      <p:sp>
        <p:nvSpPr>
          <p:cNvPr id="17426" name="文本框 17425"/>
          <p:cNvSpPr txBox="1"/>
          <p:nvPr/>
        </p:nvSpPr>
        <p:spPr>
          <a:xfrm>
            <a:off x="500018" y="4500558"/>
            <a:ext cx="787400" cy="49530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pPr eaLnBrk="1" hangingPunct="1"/>
            <a:r>
              <a:rPr lang="en-US" altLang="zh-CN" sz="3600" dirty="0">
                <a:solidFill>
                  <a:srgbClr val="DC5800"/>
                </a:solidFill>
                <a:latin typeface="Wingdings" panose="05000000000000000000" pitchFamily="34" charset="0"/>
              </a:rPr>
              <a:t></a:t>
            </a:r>
          </a:p>
        </p:txBody>
      </p:sp>
      <p:sp>
        <p:nvSpPr>
          <p:cNvPr id="17427" name="文本框 17426"/>
          <p:cNvSpPr txBox="1"/>
          <p:nvPr/>
        </p:nvSpPr>
        <p:spPr>
          <a:xfrm>
            <a:off x="1214398" y="4357682"/>
            <a:ext cx="9337700" cy="156966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lstStyle/>
          <a:p>
            <a:pPr eaLnBrk="1" hangingPunct="1"/>
            <a:r>
              <a:rPr lang="en-US" altLang="zh-CN" sz="4800" dirty="0" smtClean="0">
                <a:latin typeface="Arial" panose="020B0604020202020204" pitchFamily="34" charset="0"/>
              </a:rPr>
              <a:t>1.2.2 Java Web</a:t>
            </a:r>
            <a:r>
              <a:rPr lang="zh-CN" altLang="en-US" sz="4800" dirty="0" smtClean="0">
                <a:latin typeface="宋体" panose="02010600030101010101" pitchFamily="2" charset="-122"/>
              </a:rPr>
              <a:t>开发的主要技术</a:t>
            </a:r>
          </a:p>
          <a:p>
            <a:pPr eaLnBrk="1" hangingPunct="1"/>
            <a:endParaRPr lang="en-US" altLang="zh-CN" sz="4800" dirty="0">
              <a:solidFill>
                <a:srgbClr val="007977"/>
              </a:solidFill>
              <a:latin typeface="Arial" panose="020B0604020202020204" pitchFamily="34" charset="0"/>
            </a:endParaRPr>
          </a:p>
        </p:txBody>
      </p:sp>
      <p:sp>
        <p:nvSpPr>
          <p:cNvPr id="17429" name="文本框 17428"/>
          <p:cNvSpPr txBox="1"/>
          <p:nvPr/>
        </p:nvSpPr>
        <p:spPr>
          <a:xfrm>
            <a:off x="10210800" y="3848100"/>
            <a:ext cx="546100" cy="67310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pPr eaLnBrk="1" hangingPunct="1"/>
            <a:r>
              <a:rPr lang="en-US" altLang="zh-CN" sz="4800">
                <a:solidFill>
                  <a:srgbClr val="007977"/>
                </a:solidFill>
                <a:latin typeface="Arial" panose="020B0604020202020204" pitchFamily="34" charset="0"/>
              </a:rPr>
              <a:t> </a:t>
            </a:r>
          </a:p>
        </p:txBody>
      </p:sp>
      <p:sp>
        <p:nvSpPr>
          <p:cNvPr id="17433" name="文本框 17432"/>
          <p:cNvSpPr txBox="1"/>
          <p:nvPr/>
        </p:nvSpPr>
        <p:spPr>
          <a:xfrm>
            <a:off x="11430000" y="4724400"/>
            <a:ext cx="546100" cy="67310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pPr eaLnBrk="1" hangingPunct="1"/>
            <a:r>
              <a:rPr lang="en-US" altLang="zh-CN" sz="4800">
                <a:solidFill>
                  <a:srgbClr val="007977"/>
                </a:solidFill>
                <a:latin typeface="Arial" panose="020B0604020202020204" pitchFamily="34" charset="0"/>
              </a:rPr>
              <a:t> </a:t>
            </a:r>
          </a:p>
          <a:p>
            <a:pPr eaLnBrk="1" hangingPunct="1"/>
            <a:endParaRPr lang="en-US" altLang="zh-CN" sz="4800">
              <a:solidFill>
                <a:srgbClr val="007977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9" name="文本框 18438"/>
          <p:cNvSpPr txBox="1"/>
          <p:nvPr/>
        </p:nvSpPr>
        <p:spPr>
          <a:xfrm>
            <a:off x="8001000" y="101600"/>
            <a:ext cx="469900" cy="35560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pPr eaLnBrk="1" hangingPunct="1"/>
            <a:r>
              <a:rPr lang="en-US" altLang="zh-CN" sz="2700">
                <a:solidFill>
                  <a:srgbClr val="007977"/>
                </a:solidFill>
                <a:latin typeface="Arial" panose="020B0604020202020204" pitchFamily="34" charset="0"/>
              </a:rPr>
              <a:t> </a:t>
            </a:r>
          </a:p>
          <a:p>
            <a:pPr eaLnBrk="1" hangingPunct="1"/>
            <a:endParaRPr lang="en-US" altLang="zh-CN" sz="2700">
              <a:solidFill>
                <a:srgbClr val="007977"/>
              </a:solidFill>
              <a:latin typeface="Arial" panose="020B0604020202020204" pitchFamily="34" charset="0"/>
            </a:endParaRPr>
          </a:p>
        </p:txBody>
      </p:sp>
      <p:sp>
        <p:nvSpPr>
          <p:cNvPr id="18441" name="文本框 18440"/>
          <p:cNvSpPr txBox="1"/>
          <p:nvPr/>
        </p:nvSpPr>
        <p:spPr>
          <a:xfrm>
            <a:off x="0" y="714344"/>
            <a:ext cx="12101558" cy="830997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lstStyle/>
          <a:p>
            <a:pPr eaLnBrk="1" hangingPunct="1"/>
            <a:r>
              <a:rPr lang="en-US" altLang="zh-CN" sz="4800" b="1" dirty="0" smtClean="0">
                <a:solidFill>
                  <a:srgbClr val="003298"/>
                </a:solidFill>
                <a:latin typeface="Arial Bold" pitchFamily="34" charset="0"/>
              </a:rPr>
              <a:t>1.2.1 </a:t>
            </a:r>
            <a:r>
              <a:rPr lang="en-US" altLang="zh-CN" sz="4800" b="1" dirty="0">
                <a:solidFill>
                  <a:srgbClr val="003298"/>
                </a:solidFill>
                <a:latin typeface="Arial Bold" pitchFamily="34" charset="0"/>
              </a:rPr>
              <a:t>Java </a:t>
            </a:r>
            <a:r>
              <a:rPr lang="en-US" altLang="zh-CN" sz="4800" b="1" dirty="0" smtClean="0">
                <a:solidFill>
                  <a:srgbClr val="003298"/>
                </a:solidFill>
                <a:latin typeface="Arial Bold" pitchFamily="34" charset="0"/>
              </a:rPr>
              <a:t>Web</a:t>
            </a:r>
            <a:r>
              <a:rPr lang="zh-CN" altLang="en-US" sz="4800" b="1" dirty="0" smtClean="0">
                <a:solidFill>
                  <a:srgbClr val="003298"/>
                </a:solidFill>
                <a:latin typeface="Arial Bold" pitchFamily="34" charset="0"/>
              </a:rPr>
              <a:t>与</a:t>
            </a:r>
            <a:r>
              <a:rPr lang="en-US" altLang="zh-CN" sz="4800" b="1" dirty="0" smtClean="0">
                <a:solidFill>
                  <a:srgbClr val="003298"/>
                </a:solidFill>
                <a:latin typeface="Arial Bold" pitchFamily="34" charset="0"/>
              </a:rPr>
              <a:t>java</a:t>
            </a:r>
            <a:r>
              <a:rPr lang="zh-CN" altLang="en-US" sz="4800" b="1" dirty="0" smtClean="0">
                <a:solidFill>
                  <a:srgbClr val="003298"/>
                </a:solidFill>
                <a:latin typeface="Arial Bold" pitchFamily="34" charset="0"/>
              </a:rPr>
              <a:t>的关系</a:t>
            </a:r>
            <a:endParaRPr lang="en-US" altLang="zh-CN" sz="4800" b="1" dirty="0">
              <a:solidFill>
                <a:srgbClr val="003298"/>
              </a:solidFill>
              <a:latin typeface="Arial Bold" pitchFamily="34" charset="0"/>
            </a:endParaRPr>
          </a:p>
        </p:txBody>
      </p:sp>
      <p:sp>
        <p:nvSpPr>
          <p:cNvPr id="18445" name="文本框 18444"/>
          <p:cNvSpPr txBox="1"/>
          <p:nvPr/>
        </p:nvSpPr>
        <p:spPr>
          <a:xfrm>
            <a:off x="12458700" y="1358900"/>
            <a:ext cx="609600" cy="88900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pPr eaLnBrk="1" hangingPunct="1"/>
            <a:r>
              <a:rPr lang="en-US" altLang="zh-CN" sz="6600" b="1">
                <a:solidFill>
                  <a:srgbClr val="003298"/>
                </a:solidFill>
                <a:latin typeface="Arial Bold" pitchFamily="34" charset="0"/>
              </a:rPr>
              <a:t> </a:t>
            </a:r>
          </a:p>
          <a:p>
            <a:pPr eaLnBrk="1" hangingPunct="1"/>
            <a:endParaRPr lang="en-US" altLang="zh-CN" sz="6600" b="1">
              <a:solidFill>
                <a:srgbClr val="003298"/>
              </a:solidFill>
              <a:latin typeface="Arial Bold" pitchFamily="34" charset="0"/>
            </a:endParaRPr>
          </a:p>
        </p:txBody>
      </p:sp>
      <p:sp>
        <p:nvSpPr>
          <p:cNvPr id="18447" name="文本框 18446"/>
          <p:cNvSpPr txBox="1"/>
          <p:nvPr/>
        </p:nvSpPr>
        <p:spPr>
          <a:xfrm>
            <a:off x="1071522" y="1857352"/>
            <a:ext cx="10266394" cy="830997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lstStyle/>
          <a:p>
            <a:pPr eaLnBrk="1" hangingPunct="1">
              <a:buFont typeface="Wingdings" pitchFamily="2" charset="2"/>
              <a:buChar char="u"/>
            </a:pPr>
            <a:r>
              <a:rPr lang="en-US" altLang="zh-CN" sz="4800" dirty="0" smtClean="0">
                <a:latin typeface="Arial" panose="020B0604020202020204" pitchFamily="34" charset="0"/>
              </a:rPr>
              <a:t>Java</a:t>
            </a:r>
            <a:r>
              <a:rPr lang="zh-CN" altLang="en-US" sz="4800" dirty="0" smtClean="0">
                <a:latin typeface="宋体" panose="02010600030101010101" pitchFamily="2" charset="-122"/>
              </a:rPr>
              <a:t>技术的</a:t>
            </a:r>
            <a:r>
              <a:rPr lang="en-US" altLang="zh-CN" sz="4800" dirty="0" smtClean="0">
                <a:latin typeface="宋体" panose="02010600030101010101" pitchFamily="2" charset="-122"/>
              </a:rPr>
              <a:t>3</a:t>
            </a:r>
            <a:r>
              <a:rPr lang="zh-CN" altLang="en-US" sz="4800" dirty="0" smtClean="0">
                <a:latin typeface="宋体" panose="02010600030101010101" pitchFamily="2" charset="-122"/>
              </a:rPr>
              <a:t>个版本</a:t>
            </a:r>
            <a:r>
              <a:rPr lang="zh-CN" altLang="en-US" sz="4800" dirty="0" smtClean="0">
                <a:solidFill>
                  <a:srgbClr val="007977"/>
                </a:solidFill>
                <a:latin typeface="宋体" panose="02010600030101010101" pitchFamily="2" charset="-122"/>
              </a:rPr>
              <a:t>：</a:t>
            </a:r>
            <a:endParaRPr lang="en-US" altLang="zh-CN" sz="4800" dirty="0">
              <a:solidFill>
                <a:srgbClr val="007977"/>
              </a:solidFill>
              <a:latin typeface="Arial" panose="020B0604020202020204" pitchFamily="34" charset="0"/>
            </a:endParaRPr>
          </a:p>
        </p:txBody>
      </p:sp>
      <p:sp>
        <p:nvSpPr>
          <p:cNvPr id="18451" name="文本框 18450"/>
          <p:cNvSpPr txBox="1"/>
          <p:nvPr/>
        </p:nvSpPr>
        <p:spPr>
          <a:xfrm>
            <a:off x="6997700" y="2971800"/>
            <a:ext cx="546100" cy="67310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pPr eaLnBrk="1" hangingPunct="1"/>
            <a:r>
              <a:rPr lang="en-US" altLang="zh-CN" sz="4800">
                <a:solidFill>
                  <a:srgbClr val="007977"/>
                </a:solidFill>
                <a:latin typeface="Arial" panose="020B0604020202020204" pitchFamily="34" charset="0"/>
              </a:rPr>
              <a:t> </a:t>
            </a:r>
          </a:p>
          <a:p>
            <a:pPr eaLnBrk="1" hangingPunct="1"/>
            <a:endParaRPr lang="en-US" altLang="zh-CN" sz="4800">
              <a:solidFill>
                <a:srgbClr val="007977"/>
              </a:solidFill>
              <a:latin typeface="Arial" panose="020B0604020202020204" pitchFamily="34" charset="0"/>
            </a:endParaRPr>
          </a:p>
        </p:txBody>
      </p:sp>
      <p:sp>
        <p:nvSpPr>
          <p:cNvPr id="18454" name="文本框 18453"/>
          <p:cNvSpPr txBox="1"/>
          <p:nvPr/>
        </p:nvSpPr>
        <p:spPr>
          <a:xfrm>
            <a:off x="1714464" y="2928922"/>
            <a:ext cx="11215722" cy="1454244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lstStyle/>
          <a:p>
            <a:pPr eaLnBrk="1" hangingPunct="1">
              <a:lnSpc>
                <a:spcPct val="150000"/>
              </a:lnSpc>
              <a:buFont typeface="Wingdings" pitchFamily="2" charset="2"/>
              <a:buChar char="Ø"/>
            </a:pPr>
            <a:r>
              <a:rPr lang="en-US" altLang="zh-CN" sz="3200" dirty="0" smtClean="0"/>
              <a:t>Java SE</a:t>
            </a:r>
            <a:r>
              <a:rPr lang="zh-CN" altLang="en-US" sz="3200" dirty="0" smtClean="0">
                <a:latin typeface="宋体" panose="02010600030101010101" pitchFamily="2" charset="-122"/>
              </a:rPr>
              <a:t>，</a:t>
            </a:r>
            <a:r>
              <a:rPr lang="zh-CN" altLang="en-US" sz="3200" dirty="0">
                <a:latin typeface="宋体" panose="02010600030101010101" pitchFamily="2" charset="-122"/>
              </a:rPr>
              <a:t>标准版，主要用于桌面应用的开发</a:t>
            </a:r>
            <a:r>
              <a:rPr lang="zh-CN" altLang="en-US" sz="3200" dirty="0" smtClean="0">
                <a:latin typeface="宋体" panose="02010600030101010101" pitchFamily="2" charset="-122"/>
              </a:rPr>
              <a:t>，同时是其他版本的基础。</a:t>
            </a:r>
            <a:endParaRPr lang="zh-CN" altLang="en-US" sz="4100" dirty="0">
              <a:solidFill>
                <a:srgbClr val="007977"/>
              </a:solidFill>
              <a:latin typeface="宋体" panose="02010600030101010101" pitchFamily="2" charset="-122"/>
            </a:endParaRPr>
          </a:p>
        </p:txBody>
      </p:sp>
      <p:sp>
        <p:nvSpPr>
          <p:cNvPr id="18456" name="文本框 18455"/>
          <p:cNvSpPr txBox="1"/>
          <p:nvPr/>
        </p:nvSpPr>
        <p:spPr>
          <a:xfrm>
            <a:off x="7556500" y="4483100"/>
            <a:ext cx="520700" cy="52070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pPr eaLnBrk="1" hangingPunct="1"/>
            <a:r>
              <a:rPr lang="en-US" altLang="zh-CN" sz="4100">
                <a:solidFill>
                  <a:srgbClr val="007977"/>
                </a:solidFill>
                <a:latin typeface="Arial" panose="020B0604020202020204" pitchFamily="34" charset="0"/>
              </a:rPr>
              <a:t> </a:t>
            </a:r>
          </a:p>
          <a:p>
            <a:pPr eaLnBrk="1" hangingPunct="1"/>
            <a:endParaRPr lang="en-US" altLang="zh-CN" sz="4100">
              <a:solidFill>
                <a:srgbClr val="007977"/>
              </a:solidFill>
              <a:latin typeface="Arial" panose="020B0604020202020204" pitchFamily="34" charset="0"/>
            </a:endParaRPr>
          </a:p>
        </p:txBody>
      </p:sp>
      <p:sp>
        <p:nvSpPr>
          <p:cNvPr id="18459" name="文本框 18458"/>
          <p:cNvSpPr txBox="1"/>
          <p:nvPr/>
        </p:nvSpPr>
        <p:spPr>
          <a:xfrm>
            <a:off x="1785902" y="4571996"/>
            <a:ext cx="11677684" cy="723275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lstStyle/>
          <a:p>
            <a:pPr eaLnBrk="1" hangingPunct="1">
              <a:buFont typeface="Wingdings" pitchFamily="2" charset="2"/>
              <a:buChar char="Ø"/>
            </a:pPr>
            <a:r>
              <a:rPr lang="en-US" altLang="zh-CN" sz="3200" dirty="0" smtClean="0"/>
              <a:t>Java EE</a:t>
            </a:r>
            <a:r>
              <a:rPr lang="zh-CN" altLang="en-US" sz="3200" dirty="0" smtClean="0">
                <a:latin typeface="宋体" panose="02010600030101010101" pitchFamily="2" charset="-122"/>
              </a:rPr>
              <a:t>，</a:t>
            </a:r>
            <a:r>
              <a:rPr lang="zh-CN" altLang="en-US" sz="3200" dirty="0">
                <a:latin typeface="宋体" panose="02010600030101010101" pitchFamily="2" charset="-122"/>
              </a:rPr>
              <a:t>企业版，主要用于企业级应用的开发</a:t>
            </a:r>
            <a:r>
              <a:rPr lang="zh-CN" altLang="en-US" sz="4100" dirty="0">
                <a:latin typeface="宋体" panose="02010600030101010101" pitchFamily="2" charset="-122"/>
              </a:rPr>
              <a:t>。</a:t>
            </a:r>
          </a:p>
        </p:txBody>
      </p:sp>
      <p:sp>
        <p:nvSpPr>
          <p:cNvPr id="18460" name="文本框 18459"/>
          <p:cNvSpPr txBox="1"/>
          <p:nvPr/>
        </p:nvSpPr>
        <p:spPr>
          <a:xfrm>
            <a:off x="13309600" y="5232400"/>
            <a:ext cx="520700" cy="58420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pPr eaLnBrk="1" hangingPunct="1"/>
            <a:r>
              <a:rPr lang="en-US" altLang="zh-CN" sz="4100">
                <a:solidFill>
                  <a:srgbClr val="007977"/>
                </a:solidFill>
                <a:latin typeface="Arial" panose="020B0604020202020204" pitchFamily="34" charset="0"/>
              </a:rPr>
              <a:t> </a:t>
            </a:r>
          </a:p>
        </p:txBody>
      </p:sp>
      <p:sp>
        <p:nvSpPr>
          <p:cNvPr id="18463" name="文本框 18462"/>
          <p:cNvSpPr txBox="1"/>
          <p:nvPr/>
        </p:nvSpPr>
        <p:spPr>
          <a:xfrm>
            <a:off x="1785902" y="5929318"/>
            <a:ext cx="11304622" cy="2408352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lstStyle/>
          <a:p>
            <a:pPr eaLnBrk="1" hangingPunct="1">
              <a:lnSpc>
                <a:spcPct val="150000"/>
              </a:lnSpc>
              <a:buFont typeface="Wingdings" pitchFamily="2" charset="2"/>
              <a:buChar char="Ø"/>
            </a:pPr>
            <a:r>
              <a:rPr lang="en-US" altLang="zh-CN" sz="3200" dirty="0" smtClean="0"/>
              <a:t>Java ME</a:t>
            </a:r>
            <a:r>
              <a:rPr lang="zh-CN" altLang="en-US" sz="3200" dirty="0" smtClean="0">
                <a:latin typeface="宋体" panose="02010600030101010101" pitchFamily="2" charset="-122"/>
              </a:rPr>
              <a:t>，</a:t>
            </a:r>
            <a:r>
              <a:rPr lang="zh-CN" altLang="en-US" sz="3200" dirty="0">
                <a:latin typeface="宋体" panose="02010600030101010101" pitchFamily="2" charset="-122"/>
              </a:rPr>
              <a:t>微版本或者称为嵌入式版本，占用</a:t>
            </a:r>
            <a:r>
              <a:rPr lang="zh-CN" altLang="en-US" sz="3200" dirty="0" smtClean="0">
                <a:latin typeface="宋体" panose="02010600030101010101" pitchFamily="2" charset="-122"/>
              </a:rPr>
              <a:t>内存较少，主要用于嵌入式设备中应用的开发</a:t>
            </a:r>
            <a:r>
              <a:rPr lang="zh-CN" altLang="en-US" sz="4100" dirty="0" smtClean="0">
                <a:latin typeface="宋体" panose="02010600030101010101" pitchFamily="2" charset="-122"/>
              </a:rPr>
              <a:t>。</a:t>
            </a:r>
          </a:p>
          <a:p>
            <a:pPr eaLnBrk="1" hangingPunct="1"/>
            <a:endParaRPr lang="zh-CN" altLang="en-US" sz="4100" dirty="0">
              <a:solidFill>
                <a:srgbClr val="007977"/>
              </a:solidFill>
              <a:latin typeface="宋体" panose="02010600030101010101" pitchFamily="2" charset="-122"/>
            </a:endParaRPr>
          </a:p>
        </p:txBody>
      </p:sp>
      <p:sp>
        <p:nvSpPr>
          <p:cNvPr id="18465" name="文本框 18464"/>
          <p:cNvSpPr txBox="1"/>
          <p:nvPr/>
        </p:nvSpPr>
        <p:spPr>
          <a:xfrm>
            <a:off x="12357100" y="6667500"/>
            <a:ext cx="673100" cy="52070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pPr eaLnBrk="1" hangingPunct="1"/>
            <a:r>
              <a:rPr lang="en-US" altLang="zh-CN" sz="4100">
                <a:solidFill>
                  <a:srgbClr val="007977"/>
                </a:solidFill>
                <a:latin typeface="Arial" panose="020B0604020202020204" pitchFamily="34" charset="0"/>
              </a:rPr>
              <a:t>  </a:t>
            </a:r>
          </a:p>
          <a:p>
            <a:pPr eaLnBrk="1" hangingPunct="1"/>
            <a:endParaRPr lang="en-US" altLang="zh-CN" sz="4100">
              <a:solidFill>
                <a:srgbClr val="007977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62" name="文本框 19461"/>
          <p:cNvSpPr txBox="1"/>
          <p:nvPr/>
        </p:nvSpPr>
        <p:spPr>
          <a:xfrm>
            <a:off x="7658100" y="101600"/>
            <a:ext cx="723900" cy="35560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pPr eaLnBrk="1" hangingPunct="1"/>
            <a:r>
              <a:rPr lang="zh-CN" altLang="en-US" sz="2700">
                <a:solidFill>
                  <a:srgbClr val="007977"/>
                </a:solidFill>
                <a:latin typeface="宋体" panose="02010600030101010101" pitchFamily="2" charset="-122"/>
              </a:rPr>
              <a:t>）</a:t>
            </a:r>
          </a:p>
        </p:txBody>
      </p:sp>
      <p:sp>
        <p:nvSpPr>
          <p:cNvPr id="19463" name="文本框 19462"/>
          <p:cNvSpPr txBox="1"/>
          <p:nvPr/>
        </p:nvSpPr>
        <p:spPr>
          <a:xfrm>
            <a:off x="8001000" y="101600"/>
            <a:ext cx="469900" cy="35560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pPr eaLnBrk="1" hangingPunct="1"/>
            <a:r>
              <a:rPr lang="en-US" altLang="zh-CN" sz="2700">
                <a:solidFill>
                  <a:srgbClr val="007977"/>
                </a:solidFill>
                <a:latin typeface="Arial" panose="020B0604020202020204" pitchFamily="34" charset="0"/>
              </a:rPr>
              <a:t> </a:t>
            </a:r>
          </a:p>
          <a:p>
            <a:pPr eaLnBrk="1" hangingPunct="1"/>
            <a:endParaRPr lang="en-US" altLang="zh-CN" sz="2700">
              <a:solidFill>
                <a:srgbClr val="007977"/>
              </a:solidFill>
              <a:latin typeface="Arial" panose="020B0604020202020204" pitchFamily="34" charset="0"/>
            </a:endParaRPr>
          </a:p>
        </p:txBody>
      </p:sp>
      <p:sp>
        <p:nvSpPr>
          <p:cNvPr id="19468" name="文本框 19467"/>
          <p:cNvSpPr txBox="1"/>
          <p:nvPr/>
        </p:nvSpPr>
        <p:spPr>
          <a:xfrm>
            <a:off x="9817100" y="1358900"/>
            <a:ext cx="2895600" cy="1107996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pPr eaLnBrk="1" hangingPunct="1"/>
            <a:endParaRPr lang="zh-CN" altLang="en-US" sz="6600" dirty="0">
              <a:solidFill>
                <a:srgbClr val="003298"/>
              </a:solidFill>
              <a:latin typeface="宋体" panose="02010600030101010101" pitchFamily="2" charset="-122"/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500018" y="2500294"/>
            <a:ext cx="12787402" cy="68634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Font typeface="Wingdings" pitchFamily="2" charset="2"/>
              <a:buChar char="Ø"/>
            </a:pPr>
            <a:r>
              <a:rPr lang="en-US" altLang="zh-CN" sz="3600" b="1" dirty="0" smtClean="0"/>
              <a:t>J2SE</a:t>
            </a:r>
            <a:r>
              <a:rPr lang="zh-CN" altLang="en-US" sz="3600" b="1" dirty="0" smtClean="0"/>
              <a:t>：</a:t>
            </a:r>
            <a:r>
              <a:rPr lang="en-US" altLang="zh-CN" sz="3600" b="1" dirty="0" smtClean="0"/>
              <a:t> </a:t>
            </a:r>
            <a:r>
              <a:rPr lang="zh-CN" altLang="en-US" sz="3600" dirty="0" smtClean="0"/>
              <a:t>包含那些构成</a:t>
            </a:r>
            <a:r>
              <a:rPr lang="en-US" altLang="zh-CN" sz="3600" dirty="0" smtClean="0"/>
              <a:t>Java</a:t>
            </a:r>
            <a:r>
              <a:rPr lang="zh-CN" altLang="en-US" sz="3600" dirty="0" smtClean="0"/>
              <a:t>语言核心的类。 比如：数据库连接、接口定义、输入</a:t>
            </a:r>
            <a:r>
              <a:rPr lang="en-US" altLang="zh-CN" sz="3600" dirty="0" smtClean="0"/>
              <a:t>/</a:t>
            </a:r>
            <a:r>
              <a:rPr lang="zh-CN" altLang="en-US" sz="3600" dirty="0" smtClean="0"/>
              <a:t>输出、网络编程</a:t>
            </a:r>
            <a:endParaRPr lang="en-US" altLang="zh-CN" sz="3600" dirty="0" smtClean="0"/>
          </a:p>
          <a:p>
            <a:r>
              <a:rPr lang="zh-CN" altLang="en-US" sz="3600" dirty="0" smtClean="0"/>
              <a:t> </a:t>
            </a:r>
          </a:p>
          <a:p>
            <a:pPr>
              <a:buFont typeface="Wingdings" pitchFamily="2" charset="2"/>
              <a:buChar char="Ø"/>
            </a:pPr>
            <a:r>
              <a:rPr lang="en-US" altLang="zh-CN" sz="3600" b="1" dirty="0" smtClean="0"/>
              <a:t> J2EE</a:t>
            </a:r>
            <a:r>
              <a:rPr lang="zh-CN" altLang="en-US" sz="3600" b="1" dirty="0" smtClean="0"/>
              <a:t>：</a:t>
            </a:r>
            <a:r>
              <a:rPr lang="en-US" altLang="zh-CN" sz="3600" dirty="0" smtClean="0"/>
              <a:t> </a:t>
            </a:r>
            <a:r>
              <a:rPr lang="zh-CN" altLang="en-US" sz="3600" dirty="0" smtClean="0"/>
              <a:t>包含</a:t>
            </a:r>
            <a:r>
              <a:rPr lang="en-US" altLang="zh-CN" sz="3600" dirty="0" smtClean="0"/>
              <a:t>J2SE </a:t>
            </a:r>
            <a:r>
              <a:rPr lang="zh-CN" altLang="en-US" sz="3600" dirty="0" smtClean="0"/>
              <a:t>中的类，并且还包含用于开发企业级应用的类。 比如：</a:t>
            </a:r>
            <a:r>
              <a:rPr lang="en-US" altLang="zh-CN" sz="3600" dirty="0" smtClean="0"/>
              <a:t>EJB</a:t>
            </a:r>
            <a:r>
              <a:rPr lang="zh-CN" altLang="en-US" sz="3600" dirty="0" smtClean="0"/>
              <a:t>、</a:t>
            </a:r>
            <a:r>
              <a:rPr lang="en-US" altLang="zh-CN" sz="3600" dirty="0" err="1" smtClean="0"/>
              <a:t>servlet</a:t>
            </a:r>
            <a:r>
              <a:rPr lang="zh-CN" altLang="en-US" sz="3600" dirty="0" smtClean="0"/>
              <a:t>、</a:t>
            </a:r>
            <a:r>
              <a:rPr lang="en-US" altLang="zh-CN" sz="3600" dirty="0" smtClean="0"/>
              <a:t>JSP</a:t>
            </a:r>
            <a:r>
              <a:rPr lang="zh-CN" altLang="en-US" sz="3600" dirty="0" smtClean="0"/>
              <a:t>、</a:t>
            </a:r>
            <a:r>
              <a:rPr lang="en-US" altLang="zh-CN" sz="3600" dirty="0" smtClean="0"/>
              <a:t>XML</a:t>
            </a:r>
            <a:r>
              <a:rPr lang="zh-CN" altLang="en-US" sz="3600" dirty="0" smtClean="0"/>
              <a:t>、事务控制</a:t>
            </a:r>
            <a:endParaRPr lang="en-US" altLang="zh-CN" sz="3600" dirty="0" smtClean="0"/>
          </a:p>
          <a:p>
            <a:r>
              <a:rPr lang="zh-CN" altLang="en-US" sz="3600" dirty="0" smtClean="0"/>
              <a:t> </a:t>
            </a:r>
          </a:p>
          <a:p>
            <a:pPr>
              <a:buFont typeface="Wingdings" pitchFamily="2" charset="2"/>
              <a:buChar char="Ø"/>
            </a:pPr>
            <a:r>
              <a:rPr lang="en-US" altLang="zh-CN" sz="3600" b="1" dirty="0" smtClean="0"/>
              <a:t>J2ME</a:t>
            </a:r>
            <a:r>
              <a:rPr lang="zh-CN" altLang="en-US" sz="3600" b="1" dirty="0" smtClean="0"/>
              <a:t>：</a:t>
            </a:r>
            <a:r>
              <a:rPr lang="en-US" altLang="zh-CN" sz="3600" dirty="0" smtClean="0"/>
              <a:t> </a:t>
            </a:r>
            <a:r>
              <a:rPr lang="zh-CN" altLang="en-US" sz="3600" dirty="0" smtClean="0"/>
              <a:t>包含</a:t>
            </a:r>
            <a:r>
              <a:rPr lang="en-US" altLang="zh-CN" sz="3600" dirty="0" smtClean="0"/>
              <a:t>J2SE</a:t>
            </a:r>
            <a:r>
              <a:rPr lang="zh-CN" altLang="en-US" sz="3600" dirty="0" smtClean="0"/>
              <a:t>中一部分类，用于消费类电子产品的软件开发。比如：呼机、智能卡、手机、</a:t>
            </a:r>
            <a:r>
              <a:rPr lang="en-US" altLang="zh-CN" sz="3600" dirty="0" smtClean="0"/>
              <a:t>PDA</a:t>
            </a:r>
            <a:r>
              <a:rPr lang="zh-CN" altLang="en-US" sz="3600" dirty="0" smtClean="0"/>
              <a:t>、机顶盒 </a:t>
            </a:r>
            <a:endParaRPr lang="en-US" altLang="zh-CN" sz="3600" dirty="0" smtClean="0"/>
          </a:p>
          <a:p>
            <a:endParaRPr lang="en-US" altLang="zh-CN" sz="3600" dirty="0" smtClean="0"/>
          </a:p>
          <a:p>
            <a:pPr>
              <a:buFont typeface="Wingdings" pitchFamily="2" charset="2"/>
              <a:buChar char="Ø"/>
            </a:pPr>
            <a:r>
              <a:rPr lang="en-US" altLang="zh-CN" sz="3600" b="1" dirty="0" smtClean="0"/>
              <a:t>Java Web</a:t>
            </a:r>
            <a:r>
              <a:rPr lang="zh-CN" altLang="en-US" sz="3600" b="1" dirty="0" smtClean="0"/>
              <a:t>：</a:t>
            </a:r>
            <a:r>
              <a:rPr lang="zh-CN" altLang="en-US" sz="3600" dirty="0" smtClean="0"/>
              <a:t>是指所有用于</a:t>
            </a:r>
            <a:r>
              <a:rPr lang="en-US" altLang="zh-CN" sz="3600" dirty="0" smtClean="0"/>
              <a:t>web</a:t>
            </a:r>
            <a:r>
              <a:rPr lang="zh-CN" altLang="en-US" sz="3600" dirty="0" smtClean="0"/>
              <a:t>开发的</a:t>
            </a:r>
            <a:r>
              <a:rPr lang="en-US" altLang="zh-CN" sz="3600" dirty="0" smtClean="0"/>
              <a:t>Java</a:t>
            </a:r>
            <a:r>
              <a:rPr lang="zh-CN" altLang="en-US" sz="3600" dirty="0" smtClean="0"/>
              <a:t>技术，包含javaee的组件</a:t>
            </a:r>
            <a:r>
              <a:rPr lang="zh-CN" altLang="en-US" sz="2400" dirty="0" smtClean="0"/>
              <a:t/>
            </a:r>
            <a:br>
              <a:rPr lang="zh-CN" altLang="en-US" sz="2400" dirty="0" smtClean="0"/>
            </a:br>
            <a:r>
              <a:rPr lang="zh-CN" altLang="en-US" sz="2400" dirty="0" smtClean="0"/>
              <a:t/>
            </a:r>
            <a:br>
              <a:rPr lang="zh-CN" altLang="en-US" sz="2400" dirty="0" smtClean="0"/>
            </a:br>
            <a:endParaRPr lang="zh-CN" altLang="en-US" sz="2000" dirty="0"/>
          </a:p>
        </p:txBody>
      </p:sp>
      <p:sp>
        <p:nvSpPr>
          <p:cNvPr id="8" name="文本框 18440"/>
          <p:cNvSpPr txBox="1"/>
          <p:nvPr/>
        </p:nvSpPr>
        <p:spPr>
          <a:xfrm>
            <a:off x="0" y="714344"/>
            <a:ext cx="12101558" cy="830997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lstStyle/>
          <a:p>
            <a:pPr eaLnBrk="1" hangingPunct="1"/>
            <a:r>
              <a:rPr lang="en-US" altLang="zh-CN" sz="4800" b="1" dirty="0" smtClean="0">
                <a:solidFill>
                  <a:srgbClr val="003298"/>
                </a:solidFill>
                <a:latin typeface="Arial Bold" pitchFamily="34" charset="0"/>
              </a:rPr>
              <a:t>1.2.1 </a:t>
            </a:r>
            <a:r>
              <a:rPr lang="en-US" altLang="zh-CN" sz="4800" b="1" dirty="0">
                <a:solidFill>
                  <a:srgbClr val="003298"/>
                </a:solidFill>
                <a:latin typeface="Arial Bold" pitchFamily="34" charset="0"/>
              </a:rPr>
              <a:t>Java </a:t>
            </a:r>
            <a:r>
              <a:rPr lang="en-US" altLang="zh-CN" sz="4800" b="1" dirty="0" smtClean="0">
                <a:solidFill>
                  <a:srgbClr val="003298"/>
                </a:solidFill>
                <a:latin typeface="Arial Bold" pitchFamily="34" charset="0"/>
              </a:rPr>
              <a:t>Web</a:t>
            </a:r>
            <a:r>
              <a:rPr lang="zh-CN" altLang="en-US" sz="4800" b="1" dirty="0" smtClean="0">
                <a:solidFill>
                  <a:srgbClr val="003298"/>
                </a:solidFill>
                <a:latin typeface="Arial Bold" pitchFamily="34" charset="0"/>
              </a:rPr>
              <a:t>与</a:t>
            </a:r>
            <a:r>
              <a:rPr lang="en-US" altLang="zh-CN" sz="4800" b="1" dirty="0" smtClean="0">
                <a:solidFill>
                  <a:srgbClr val="003298"/>
                </a:solidFill>
                <a:latin typeface="Arial Bold" pitchFamily="34" charset="0"/>
              </a:rPr>
              <a:t>java</a:t>
            </a:r>
            <a:r>
              <a:rPr lang="zh-CN" altLang="en-US" sz="4800" b="1" dirty="0" smtClean="0">
                <a:solidFill>
                  <a:srgbClr val="003298"/>
                </a:solidFill>
                <a:latin typeface="Arial Bold" pitchFamily="34" charset="0"/>
              </a:rPr>
              <a:t>的关系</a:t>
            </a:r>
            <a:endParaRPr lang="en-US" altLang="zh-CN" sz="4800" b="1" dirty="0">
              <a:solidFill>
                <a:srgbClr val="003298"/>
              </a:solidFill>
              <a:latin typeface="Arial Bold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6" name="文本框 20485"/>
          <p:cNvSpPr txBox="1"/>
          <p:nvPr/>
        </p:nvSpPr>
        <p:spPr>
          <a:xfrm>
            <a:off x="7658100" y="101600"/>
            <a:ext cx="723900" cy="35560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pPr eaLnBrk="1" hangingPunct="1"/>
            <a:r>
              <a:rPr lang="zh-CN" altLang="en-US" sz="2700">
                <a:solidFill>
                  <a:srgbClr val="007977"/>
                </a:solidFill>
                <a:latin typeface="宋体" panose="02010600030101010101" pitchFamily="2" charset="-122"/>
              </a:rPr>
              <a:t>）</a:t>
            </a:r>
          </a:p>
        </p:txBody>
      </p:sp>
      <p:sp>
        <p:nvSpPr>
          <p:cNvPr id="20487" name="文本框 20486"/>
          <p:cNvSpPr txBox="1"/>
          <p:nvPr/>
        </p:nvSpPr>
        <p:spPr>
          <a:xfrm>
            <a:off x="8001000" y="101600"/>
            <a:ext cx="469900" cy="35560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pPr eaLnBrk="1" hangingPunct="1"/>
            <a:r>
              <a:rPr lang="en-US" altLang="zh-CN" sz="2700">
                <a:solidFill>
                  <a:srgbClr val="007977"/>
                </a:solidFill>
                <a:latin typeface="Arial" panose="020B0604020202020204" pitchFamily="34" charset="0"/>
              </a:rPr>
              <a:t> </a:t>
            </a:r>
          </a:p>
          <a:p>
            <a:pPr eaLnBrk="1" hangingPunct="1"/>
            <a:endParaRPr lang="en-US" altLang="zh-CN" sz="2700">
              <a:solidFill>
                <a:srgbClr val="007977"/>
              </a:solidFill>
              <a:latin typeface="Arial" panose="020B0604020202020204" pitchFamily="34" charset="0"/>
            </a:endParaRPr>
          </a:p>
        </p:txBody>
      </p:sp>
      <p:sp>
        <p:nvSpPr>
          <p:cNvPr id="20489" name="文本框 20488"/>
          <p:cNvSpPr txBox="1"/>
          <p:nvPr/>
        </p:nvSpPr>
        <p:spPr>
          <a:xfrm>
            <a:off x="0" y="714344"/>
            <a:ext cx="12355558" cy="830997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lstStyle/>
          <a:p>
            <a:pPr eaLnBrk="1" hangingPunct="1"/>
            <a:r>
              <a:rPr lang="en-US" altLang="zh-CN" sz="4800" b="1" dirty="0" smtClean="0">
                <a:solidFill>
                  <a:srgbClr val="003298"/>
                </a:solidFill>
                <a:latin typeface="Arial" panose="020B0604020202020204" pitchFamily="34" charset="0"/>
              </a:rPr>
              <a:t>1.2.2 </a:t>
            </a:r>
            <a:r>
              <a:rPr lang="en-US" altLang="zh-CN" sz="4800" b="1" dirty="0">
                <a:solidFill>
                  <a:srgbClr val="003298"/>
                </a:solidFill>
                <a:latin typeface="Arial" panose="020B0604020202020204" pitchFamily="34" charset="0"/>
              </a:rPr>
              <a:t>Java </a:t>
            </a:r>
            <a:r>
              <a:rPr lang="en-US" altLang="zh-CN" sz="4800" b="1" dirty="0" smtClean="0">
                <a:solidFill>
                  <a:srgbClr val="003298"/>
                </a:solidFill>
                <a:latin typeface="Arial" panose="020B0604020202020204" pitchFamily="34" charset="0"/>
              </a:rPr>
              <a:t>Web</a:t>
            </a:r>
            <a:r>
              <a:rPr lang="zh-CN" altLang="en-US" sz="4800" b="1" dirty="0" smtClean="0">
                <a:solidFill>
                  <a:srgbClr val="003298"/>
                </a:solidFill>
                <a:latin typeface="宋体" panose="02010600030101010101" pitchFamily="2" charset="-122"/>
              </a:rPr>
              <a:t>应用的主要技术</a:t>
            </a:r>
            <a:endParaRPr lang="en-US" altLang="zh-CN" sz="4800" b="1" dirty="0">
              <a:solidFill>
                <a:srgbClr val="003298"/>
              </a:solidFill>
              <a:latin typeface="Arial" panose="020B0604020202020204" pitchFamily="34" charset="0"/>
            </a:endParaRPr>
          </a:p>
        </p:txBody>
      </p:sp>
      <p:sp>
        <p:nvSpPr>
          <p:cNvPr id="20491" name="文本框 20490"/>
          <p:cNvSpPr txBox="1"/>
          <p:nvPr/>
        </p:nvSpPr>
        <p:spPr>
          <a:xfrm>
            <a:off x="12700000" y="1358900"/>
            <a:ext cx="838200" cy="88900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pPr eaLnBrk="1" hangingPunct="1"/>
            <a:r>
              <a:rPr lang="en-US" altLang="zh-CN" sz="6600">
                <a:solidFill>
                  <a:srgbClr val="003298"/>
                </a:solidFill>
                <a:latin typeface="Arial" panose="020B0604020202020204" pitchFamily="34" charset="0"/>
              </a:rPr>
              <a:t>  </a:t>
            </a:r>
          </a:p>
          <a:p>
            <a:pPr eaLnBrk="1" hangingPunct="1"/>
            <a:endParaRPr lang="en-US" altLang="zh-CN" sz="6600">
              <a:solidFill>
                <a:srgbClr val="003298"/>
              </a:solidFill>
              <a:latin typeface="Arial" panose="020B0604020202020204" pitchFamily="34" charset="0"/>
            </a:endParaRPr>
          </a:p>
        </p:txBody>
      </p:sp>
      <p:sp>
        <p:nvSpPr>
          <p:cNvPr id="20492" name="文本框 20491"/>
          <p:cNvSpPr txBox="1"/>
          <p:nvPr/>
        </p:nvSpPr>
        <p:spPr>
          <a:xfrm>
            <a:off x="584200" y="3086100"/>
            <a:ext cx="736600" cy="43180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pPr eaLnBrk="1" hangingPunct="1"/>
            <a:r>
              <a:rPr lang="en-US" altLang="zh-CN" sz="3100" dirty="0">
                <a:solidFill>
                  <a:srgbClr val="DC5800"/>
                </a:solidFill>
                <a:latin typeface="Wingdings" panose="05000000000000000000" pitchFamily="34" charset="0"/>
              </a:rPr>
              <a:t></a:t>
            </a:r>
          </a:p>
          <a:p>
            <a:pPr eaLnBrk="1" hangingPunct="1"/>
            <a:endParaRPr lang="en-US" altLang="zh-CN" sz="3100" dirty="0">
              <a:solidFill>
                <a:srgbClr val="DC5800"/>
              </a:solidFill>
              <a:latin typeface="Wingdings" panose="05000000000000000000" pitchFamily="34" charset="0"/>
            </a:endParaRPr>
          </a:p>
        </p:txBody>
      </p:sp>
      <p:sp>
        <p:nvSpPr>
          <p:cNvPr id="20494" name="文本框 20493"/>
          <p:cNvSpPr txBox="1"/>
          <p:nvPr/>
        </p:nvSpPr>
        <p:spPr>
          <a:xfrm>
            <a:off x="1285836" y="3071798"/>
            <a:ext cx="9405978" cy="584775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lstStyle/>
          <a:p>
            <a:pPr eaLnBrk="1" hangingPunct="1"/>
            <a:r>
              <a:rPr lang="en-US" altLang="zh-CN" sz="3200" dirty="0" smtClean="0"/>
              <a:t>JSP</a:t>
            </a:r>
            <a:r>
              <a:rPr lang="zh-CN" altLang="en-US" sz="3200" dirty="0" smtClean="0">
                <a:latin typeface="宋体" panose="02010600030101010101" pitchFamily="2" charset="-122"/>
              </a:rPr>
              <a:t>：</a:t>
            </a:r>
            <a:r>
              <a:rPr lang="zh-CN" altLang="en-US" sz="3200" dirty="0">
                <a:latin typeface="宋体" panose="02010600030101010101" pitchFamily="2" charset="-122"/>
              </a:rPr>
              <a:t>完成输入输出，在</a:t>
            </a:r>
            <a:r>
              <a:rPr lang="zh-CN" altLang="en-US" sz="3200" dirty="0" smtClean="0">
                <a:latin typeface="宋体" panose="02010600030101010101" pitchFamily="2" charset="-122"/>
              </a:rPr>
              <a:t>第</a:t>
            </a:r>
            <a:r>
              <a:rPr lang="en-US" altLang="zh-CN" sz="3200" dirty="0" smtClean="0">
                <a:latin typeface="宋体" panose="02010600030101010101" pitchFamily="2" charset="-122"/>
              </a:rPr>
              <a:t>6</a:t>
            </a:r>
            <a:r>
              <a:rPr lang="zh-CN" altLang="en-US" sz="3200" dirty="0" smtClean="0">
                <a:latin typeface="宋体" panose="02010600030101010101" pitchFamily="2" charset="-122"/>
                <a:ea typeface="宋体" panose="02010600030101010101" pitchFamily="2" charset="-122"/>
              </a:rPr>
              <a:t>章</a:t>
            </a:r>
            <a:r>
              <a:rPr lang="zh-CN" altLang="en-US" sz="3200" dirty="0">
                <a:latin typeface="宋体" panose="02010600030101010101" pitchFamily="2" charset="-122"/>
                <a:ea typeface="宋体" panose="02010600030101010101" pitchFamily="2" charset="-122"/>
              </a:rPr>
              <a:t>介绍</a:t>
            </a:r>
          </a:p>
        </p:txBody>
      </p:sp>
      <p:sp>
        <p:nvSpPr>
          <p:cNvPr id="20499" name="文本框 20498"/>
          <p:cNvSpPr txBox="1"/>
          <p:nvPr/>
        </p:nvSpPr>
        <p:spPr>
          <a:xfrm>
            <a:off x="12788900" y="2959100"/>
            <a:ext cx="673100" cy="58420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pPr eaLnBrk="1" hangingPunct="1"/>
            <a:r>
              <a:rPr lang="en-US" altLang="zh-CN" sz="4100">
                <a:solidFill>
                  <a:srgbClr val="007977"/>
                </a:solidFill>
                <a:latin typeface="Arial" panose="020B0604020202020204" pitchFamily="34" charset="0"/>
              </a:rPr>
              <a:t>  </a:t>
            </a:r>
          </a:p>
        </p:txBody>
      </p:sp>
      <p:sp>
        <p:nvSpPr>
          <p:cNvPr id="20500" name="文本框 20499"/>
          <p:cNvSpPr txBox="1"/>
          <p:nvPr/>
        </p:nvSpPr>
        <p:spPr>
          <a:xfrm>
            <a:off x="584200" y="3848100"/>
            <a:ext cx="736600" cy="43180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pPr eaLnBrk="1" hangingPunct="1"/>
            <a:r>
              <a:rPr lang="en-US" altLang="zh-CN" sz="3100">
                <a:solidFill>
                  <a:srgbClr val="DC5800"/>
                </a:solidFill>
                <a:latin typeface="Wingdings" panose="05000000000000000000" pitchFamily="34" charset="0"/>
              </a:rPr>
              <a:t></a:t>
            </a:r>
          </a:p>
        </p:txBody>
      </p:sp>
      <p:sp>
        <p:nvSpPr>
          <p:cNvPr id="20502" name="文本框 20501"/>
          <p:cNvSpPr txBox="1"/>
          <p:nvPr/>
        </p:nvSpPr>
        <p:spPr>
          <a:xfrm>
            <a:off x="1285836" y="3809990"/>
            <a:ext cx="11644394" cy="584775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lstStyle/>
          <a:p>
            <a:pPr eaLnBrk="1" hangingPunct="1"/>
            <a:r>
              <a:rPr lang="en-US" altLang="zh-CN" sz="3200" dirty="0" err="1" smtClean="0"/>
              <a:t>Servlet</a:t>
            </a:r>
            <a:r>
              <a:rPr lang="zh-CN" altLang="en-US" sz="3200" dirty="0" smtClean="0">
                <a:latin typeface="宋体" panose="02010600030101010101" pitchFamily="2" charset="-122"/>
              </a:rPr>
              <a:t>：</a:t>
            </a:r>
            <a:r>
              <a:rPr lang="zh-CN" altLang="en-US" sz="3200" dirty="0">
                <a:latin typeface="宋体" panose="02010600030101010101" pitchFamily="2" charset="-122"/>
              </a:rPr>
              <a:t>系统流程控制</a:t>
            </a:r>
            <a:r>
              <a:rPr lang="zh-CN" altLang="en-US" sz="3200" dirty="0" smtClean="0">
                <a:latin typeface="宋体" panose="02010600030101010101" pitchFamily="2" charset="-122"/>
              </a:rPr>
              <a:t>，在第</a:t>
            </a:r>
            <a:r>
              <a:rPr lang="en-US" altLang="zh-CN" sz="3200" dirty="0" smtClean="0">
                <a:latin typeface="宋体" panose="02010600030101010101" pitchFamily="2" charset="-122"/>
              </a:rPr>
              <a:t>5</a:t>
            </a:r>
            <a:r>
              <a:rPr lang="zh-CN" altLang="en-US" sz="3200" dirty="0" smtClean="0">
                <a:latin typeface="宋体" panose="02010600030101010101" pitchFamily="2" charset="-122"/>
              </a:rPr>
              <a:t>章进行介绍</a:t>
            </a:r>
            <a:endParaRPr lang="zh-CN" altLang="en-US" sz="3200" dirty="0">
              <a:latin typeface="宋体" panose="02010600030101010101" pitchFamily="2" charset="-122"/>
            </a:endParaRPr>
          </a:p>
        </p:txBody>
      </p:sp>
      <p:sp>
        <p:nvSpPr>
          <p:cNvPr id="20505" name="文本框 20504"/>
          <p:cNvSpPr txBox="1"/>
          <p:nvPr/>
        </p:nvSpPr>
        <p:spPr>
          <a:xfrm>
            <a:off x="11582400" y="3733800"/>
            <a:ext cx="520700" cy="58420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pPr eaLnBrk="1" hangingPunct="1"/>
            <a:r>
              <a:rPr lang="en-US" altLang="zh-CN" sz="4100">
                <a:solidFill>
                  <a:srgbClr val="007977"/>
                </a:solidFill>
                <a:latin typeface="Arial" panose="020B0604020202020204" pitchFamily="34" charset="0"/>
              </a:rPr>
              <a:t> </a:t>
            </a:r>
          </a:p>
          <a:p>
            <a:pPr eaLnBrk="1" hangingPunct="1"/>
            <a:endParaRPr lang="en-US" altLang="zh-CN" sz="4100">
              <a:solidFill>
                <a:srgbClr val="007977"/>
              </a:solidFill>
              <a:latin typeface="Arial" panose="020B0604020202020204" pitchFamily="34" charset="0"/>
            </a:endParaRPr>
          </a:p>
        </p:txBody>
      </p:sp>
      <p:sp>
        <p:nvSpPr>
          <p:cNvPr id="20506" name="文本框 20505"/>
          <p:cNvSpPr txBox="1"/>
          <p:nvPr/>
        </p:nvSpPr>
        <p:spPr>
          <a:xfrm>
            <a:off x="584200" y="4622800"/>
            <a:ext cx="736600" cy="43180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pPr eaLnBrk="1" hangingPunct="1"/>
            <a:r>
              <a:rPr lang="en-US" altLang="zh-CN" sz="3100">
                <a:solidFill>
                  <a:srgbClr val="DC5800"/>
                </a:solidFill>
                <a:latin typeface="Wingdings" panose="05000000000000000000" pitchFamily="34" charset="0"/>
              </a:rPr>
              <a:t></a:t>
            </a:r>
          </a:p>
        </p:txBody>
      </p:sp>
      <p:sp>
        <p:nvSpPr>
          <p:cNvPr id="20508" name="文本框 20507"/>
          <p:cNvSpPr txBox="1"/>
          <p:nvPr/>
        </p:nvSpPr>
        <p:spPr>
          <a:xfrm>
            <a:off x="1142960" y="4595808"/>
            <a:ext cx="11741188" cy="584775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lstStyle/>
          <a:p>
            <a:pPr eaLnBrk="1" hangingPunct="1"/>
            <a:r>
              <a:rPr lang="en-US" altLang="zh-CN" sz="3200" dirty="0" err="1" smtClean="0"/>
              <a:t>JavaBean</a:t>
            </a:r>
            <a:r>
              <a:rPr lang="zh-CN" altLang="en-US" sz="3200" dirty="0" smtClean="0">
                <a:latin typeface="宋体" panose="02010600030101010101" pitchFamily="2" charset="-122"/>
              </a:rPr>
              <a:t>：</a:t>
            </a:r>
            <a:r>
              <a:rPr lang="zh-CN" altLang="en-US" sz="3200" dirty="0">
                <a:latin typeface="宋体" panose="02010600030101010101" pitchFamily="2" charset="-122"/>
              </a:rPr>
              <a:t>完成核心功能，具体用法在</a:t>
            </a:r>
            <a:r>
              <a:rPr lang="zh-CN" altLang="en-US" sz="3200" dirty="0" smtClean="0">
                <a:latin typeface="宋体" panose="02010600030101010101" pitchFamily="2" charset="-122"/>
              </a:rPr>
              <a:t>第</a:t>
            </a:r>
            <a:r>
              <a:rPr lang="en-US" altLang="zh-CN" sz="3200" dirty="0" smtClean="0">
                <a:latin typeface="宋体" panose="02010600030101010101" pitchFamily="2" charset="-122"/>
              </a:rPr>
              <a:t>7</a:t>
            </a:r>
            <a:r>
              <a:rPr lang="zh-CN" altLang="en-US" sz="3200" dirty="0" smtClean="0">
                <a:latin typeface="宋体" panose="02010600030101010101" pitchFamily="2" charset="-122"/>
                <a:ea typeface="宋体" panose="02010600030101010101" pitchFamily="2" charset="-122"/>
              </a:rPr>
              <a:t>章</a:t>
            </a:r>
            <a:r>
              <a:rPr lang="zh-CN" altLang="en-US" sz="3200" dirty="0">
                <a:latin typeface="宋体" panose="02010600030101010101" pitchFamily="2" charset="-122"/>
                <a:ea typeface="宋体" panose="02010600030101010101" pitchFamily="2" charset="-122"/>
              </a:rPr>
              <a:t>介绍</a:t>
            </a:r>
          </a:p>
        </p:txBody>
      </p:sp>
      <p:sp>
        <p:nvSpPr>
          <p:cNvPr id="20511" name="文本框 20510"/>
          <p:cNvSpPr txBox="1"/>
          <p:nvPr/>
        </p:nvSpPr>
        <p:spPr>
          <a:xfrm>
            <a:off x="13373100" y="4495800"/>
            <a:ext cx="520700" cy="58420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pPr eaLnBrk="1" hangingPunct="1"/>
            <a:r>
              <a:rPr lang="en-US" altLang="zh-CN" sz="4100">
                <a:solidFill>
                  <a:srgbClr val="007977"/>
                </a:solidFill>
                <a:latin typeface="Arial" panose="020B0604020202020204" pitchFamily="34" charset="0"/>
              </a:rPr>
              <a:t> </a:t>
            </a:r>
          </a:p>
        </p:txBody>
      </p:sp>
      <p:sp>
        <p:nvSpPr>
          <p:cNvPr id="20512" name="文本框 20511"/>
          <p:cNvSpPr txBox="1"/>
          <p:nvPr/>
        </p:nvSpPr>
        <p:spPr>
          <a:xfrm>
            <a:off x="584200" y="5384800"/>
            <a:ext cx="736600" cy="43180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pPr eaLnBrk="1" hangingPunct="1"/>
            <a:r>
              <a:rPr lang="en-US" altLang="zh-CN" sz="3100">
                <a:solidFill>
                  <a:srgbClr val="DC5800"/>
                </a:solidFill>
                <a:latin typeface="Wingdings" panose="05000000000000000000" pitchFamily="34" charset="0"/>
              </a:rPr>
              <a:t></a:t>
            </a:r>
          </a:p>
        </p:txBody>
      </p:sp>
      <p:sp>
        <p:nvSpPr>
          <p:cNvPr id="20514" name="文本框 20513"/>
          <p:cNvSpPr txBox="1"/>
          <p:nvPr/>
        </p:nvSpPr>
        <p:spPr>
          <a:xfrm>
            <a:off x="1285836" y="5429252"/>
            <a:ext cx="11572956" cy="584775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lstStyle/>
          <a:p>
            <a:pPr eaLnBrk="1" hangingPunct="1"/>
            <a:r>
              <a:rPr lang="en-US" altLang="zh-CN" sz="3200" dirty="0" smtClean="0"/>
              <a:t>JDBC</a:t>
            </a:r>
            <a:r>
              <a:rPr lang="zh-CN" altLang="en-US" sz="3200" dirty="0" smtClean="0">
                <a:latin typeface="宋体" panose="02010600030101010101" pitchFamily="2" charset="-122"/>
              </a:rPr>
              <a:t>：</a:t>
            </a:r>
            <a:r>
              <a:rPr lang="zh-CN" altLang="en-US" sz="3200" dirty="0">
                <a:latin typeface="宋体" panose="02010600030101010101" pitchFamily="2" charset="-122"/>
              </a:rPr>
              <a:t>完成与数据库的交互，在</a:t>
            </a:r>
            <a:r>
              <a:rPr lang="zh-CN" altLang="en-US" sz="3200" dirty="0" smtClean="0">
                <a:latin typeface="宋体" panose="02010600030101010101" pitchFamily="2" charset="-122"/>
              </a:rPr>
              <a:t>第</a:t>
            </a:r>
            <a:r>
              <a:rPr lang="en-US" altLang="zh-CN" sz="3200" dirty="0" smtClean="0">
                <a:latin typeface="宋体" panose="02010600030101010101" pitchFamily="2" charset="-122"/>
              </a:rPr>
              <a:t>8</a:t>
            </a:r>
            <a:r>
              <a:rPr lang="zh-CN" altLang="en-US" sz="3200" dirty="0" smtClean="0">
                <a:latin typeface="宋体" panose="02010600030101010101" pitchFamily="2" charset="-122"/>
              </a:rPr>
              <a:t>章详细介绍。</a:t>
            </a:r>
            <a:endParaRPr lang="zh-CN" altLang="en-US" sz="3200" dirty="0">
              <a:latin typeface="宋体" panose="02010600030101010101" pitchFamily="2" charset="-122"/>
            </a:endParaRPr>
          </a:p>
        </p:txBody>
      </p:sp>
      <p:sp>
        <p:nvSpPr>
          <p:cNvPr id="20517" name="文本框 20516"/>
          <p:cNvSpPr txBox="1"/>
          <p:nvPr/>
        </p:nvSpPr>
        <p:spPr>
          <a:xfrm>
            <a:off x="12915900" y="5270500"/>
            <a:ext cx="520700" cy="58420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pPr eaLnBrk="1" hangingPunct="1"/>
            <a:r>
              <a:rPr lang="en-US" altLang="zh-CN" sz="4100">
                <a:solidFill>
                  <a:srgbClr val="007977"/>
                </a:solidFill>
                <a:latin typeface="Arial" panose="020B0604020202020204" pitchFamily="34" charset="0"/>
              </a:rPr>
              <a:t> </a:t>
            </a:r>
          </a:p>
        </p:txBody>
      </p:sp>
      <p:sp>
        <p:nvSpPr>
          <p:cNvPr id="20518" name="文本框 20517"/>
          <p:cNvSpPr txBox="1"/>
          <p:nvPr/>
        </p:nvSpPr>
        <p:spPr>
          <a:xfrm>
            <a:off x="584200" y="6159500"/>
            <a:ext cx="736600" cy="43180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pPr eaLnBrk="1" hangingPunct="1"/>
            <a:r>
              <a:rPr lang="en-US" altLang="zh-CN" sz="3100">
                <a:solidFill>
                  <a:srgbClr val="DC5800"/>
                </a:solidFill>
                <a:latin typeface="Wingdings" panose="05000000000000000000" pitchFamily="34" charset="0"/>
              </a:rPr>
              <a:t></a:t>
            </a:r>
          </a:p>
        </p:txBody>
      </p:sp>
      <p:sp>
        <p:nvSpPr>
          <p:cNvPr id="20522" name="文本框 20521"/>
          <p:cNvSpPr txBox="1"/>
          <p:nvPr/>
        </p:nvSpPr>
        <p:spPr>
          <a:xfrm>
            <a:off x="1252498" y="6032500"/>
            <a:ext cx="11963484" cy="156966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lstStyle/>
          <a:p>
            <a:pPr eaLnBrk="1" hangingPunct="1">
              <a:lnSpc>
                <a:spcPct val="150000"/>
              </a:lnSpc>
            </a:pPr>
            <a:r>
              <a:rPr lang="en-US" altLang="zh-CN" sz="3200" dirty="0" smtClean="0"/>
              <a:t>XML</a:t>
            </a:r>
            <a:r>
              <a:rPr lang="zh-CN" altLang="en-US" sz="3200" dirty="0" smtClean="0"/>
              <a:t>：</a:t>
            </a:r>
            <a:r>
              <a:rPr lang="en-US" altLang="zh-CN" sz="3200" dirty="0" smtClean="0"/>
              <a:t>Java Web</a:t>
            </a:r>
            <a:r>
              <a:rPr lang="zh-CN" altLang="en-US" sz="3200" dirty="0" smtClean="0">
                <a:latin typeface="宋体" panose="02010600030101010101" pitchFamily="2" charset="-122"/>
              </a:rPr>
              <a:t>应用</a:t>
            </a:r>
            <a:r>
              <a:rPr lang="zh-CN" altLang="en-US" sz="3200" dirty="0">
                <a:latin typeface="宋体" panose="02010600030101010101" pitchFamily="2" charset="-122"/>
              </a:rPr>
              <a:t>中的配置文件</a:t>
            </a:r>
            <a:r>
              <a:rPr lang="zh-CN" altLang="en-US" sz="3200" dirty="0" smtClean="0">
                <a:latin typeface="宋体" panose="02010600030101010101" pitchFamily="2" charset="-122"/>
              </a:rPr>
              <a:t>采用</a:t>
            </a:r>
            <a:r>
              <a:rPr lang="en-US" altLang="zh-CN" sz="3200" dirty="0" smtClean="0"/>
              <a:t>XML</a:t>
            </a:r>
            <a:r>
              <a:rPr lang="zh-CN" altLang="en-US" sz="3200" dirty="0" smtClean="0">
                <a:latin typeface="宋体" panose="02010600030101010101" pitchFamily="2" charset="-122"/>
              </a:rPr>
              <a:t>文件的形式，另外</a:t>
            </a:r>
            <a:r>
              <a:rPr lang="en-US" altLang="zh-CN" sz="3200" dirty="0" smtClean="0"/>
              <a:t>JSP</a:t>
            </a:r>
            <a:r>
              <a:rPr lang="zh-CN" altLang="en-US" sz="3200" dirty="0" smtClean="0">
                <a:latin typeface="宋体" panose="02010600030101010101" pitchFamily="2" charset="-122"/>
              </a:rPr>
              <a:t>页面也可以采用</a:t>
            </a:r>
            <a:r>
              <a:rPr lang="en-US" altLang="zh-CN" sz="3200" dirty="0" smtClean="0"/>
              <a:t>XML</a:t>
            </a:r>
            <a:r>
              <a:rPr lang="zh-CN" altLang="en-US" sz="3200" dirty="0" smtClean="0">
                <a:latin typeface="宋体" panose="02010600030101010101" pitchFamily="2" charset="-122"/>
              </a:rPr>
              <a:t>文档的形式。</a:t>
            </a:r>
            <a:endParaRPr lang="zh-CN" altLang="en-US" sz="3200" dirty="0">
              <a:latin typeface="宋体" panose="02010600030101010101" pitchFamily="2" charset="-122"/>
            </a:endParaRPr>
          </a:p>
        </p:txBody>
      </p:sp>
      <p:sp>
        <p:nvSpPr>
          <p:cNvPr id="20530" name="文本框 20529"/>
          <p:cNvSpPr txBox="1"/>
          <p:nvPr/>
        </p:nvSpPr>
        <p:spPr>
          <a:xfrm>
            <a:off x="13309600" y="6705600"/>
            <a:ext cx="520700" cy="52070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pPr eaLnBrk="1" hangingPunct="1"/>
            <a:r>
              <a:rPr lang="en-US" altLang="zh-CN" sz="4100">
                <a:solidFill>
                  <a:srgbClr val="007977"/>
                </a:solidFill>
                <a:latin typeface="Arial" panose="020B0604020202020204" pitchFamily="34" charset="0"/>
              </a:rPr>
              <a:t> </a:t>
            </a:r>
          </a:p>
          <a:p>
            <a:pPr eaLnBrk="1" hangingPunct="1"/>
            <a:endParaRPr lang="en-US" altLang="zh-CN" sz="4100">
              <a:solidFill>
                <a:srgbClr val="007977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11" name="文本框 21510"/>
          <p:cNvSpPr txBox="1"/>
          <p:nvPr/>
        </p:nvSpPr>
        <p:spPr>
          <a:xfrm>
            <a:off x="8001000" y="101600"/>
            <a:ext cx="469900" cy="35560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pPr eaLnBrk="1" hangingPunct="1"/>
            <a:r>
              <a:rPr lang="en-US" altLang="zh-CN" sz="2700">
                <a:solidFill>
                  <a:srgbClr val="007977"/>
                </a:solidFill>
                <a:latin typeface="Arial" panose="020B0604020202020204" pitchFamily="34" charset="0"/>
              </a:rPr>
              <a:t> </a:t>
            </a:r>
          </a:p>
          <a:p>
            <a:pPr eaLnBrk="1" hangingPunct="1"/>
            <a:endParaRPr lang="en-US" altLang="zh-CN" sz="2700">
              <a:solidFill>
                <a:srgbClr val="007977"/>
              </a:solidFill>
              <a:latin typeface="Arial" panose="020B0604020202020204" pitchFamily="34" charset="0"/>
            </a:endParaRPr>
          </a:p>
        </p:txBody>
      </p:sp>
      <p:sp>
        <p:nvSpPr>
          <p:cNvPr id="21513" name="文本框 21512"/>
          <p:cNvSpPr txBox="1"/>
          <p:nvPr/>
        </p:nvSpPr>
        <p:spPr>
          <a:xfrm>
            <a:off x="4929174" y="500030"/>
            <a:ext cx="5889656" cy="1908215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lstStyle/>
          <a:p>
            <a:pPr eaLnBrk="1" hangingPunct="1"/>
            <a:r>
              <a:rPr lang="en-US" altLang="zh-CN" sz="5900" dirty="0" smtClean="0">
                <a:solidFill>
                  <a:srgbClr val="003298"/>
                </a:solidFill>
                <a:latin typeface="Arial" panose="020B0604020202020204" pitchFamily="34" charset="0"/>
              </a:rPr>
              <a:t>JSP</a:t>
            </a:r>
            <a:r>
              <a:rPr lang="zh-CN" altLang="en-US" sz="5900" dirty="0" smtClean="0">
                <a:solidFill>
                  <a:srgbClr val="003298"/>
                </a:solidFill>
                <a:latin typeface="宋体" panose="02010600030101010101" pitchFamily="2" charset="-122"/>
              </a:rPr>
              <a:t>实例</a:t>
            </a:r>
          </a:p>
          <a:p>
            <a:pPr eaLnBrk="1" hangingPunct="1"/>
            <a:endParaRPr lang="en-US" altLang="zh-CN" sz="5900" dirty="0">
              <a:solidFill>
                <a:srgbClr val="003298"/>
              </a:solidFill>
              <a:latin typeface="Arial" panose="020B0604020202020204" pitchFamily="34" charset="0"/>
            </a:endParaRPr>
          </a:p>
        </p:txBody>
      </p:sp>
      <p:sp>
        <p:nvSpPr>
          <p:cNvPr id="21515" name="文本框 21514"/>
          <p:cNvSpPr txBox="1"/>
          <p:nvPr/>
        </p:nvSpPr>
        <p:spPr>
          <a:xfrm>
            <a:off x="8305800" y="952500"/>
            <a:ext cx="584200" cy="80010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pPr eaLnBrk="1" hangingPunct="1"/>
            <a:r>
              <a:rPr lang="en-US" altLang="zh-CN" sz="5900">
                <a:solidFill>
                  <a:srgbClr val="003298"/>
                </a:solidFill>
                <a:latin typeface="Arial" panose="020B0604020202020204" pitchFamily="34" charset="0"/>
              </a:rPr>
              <a:t> </a:t>
            </a:r>
          </a:p>
          <a:p>
            <a:pPr eaLnBrk="1" hangingPunct="1"/>
            <a:endParaRPr lang="en-US" altLang="zh-CN" sz="5900">
              <a:solidFill>
                <a:srgbClr val="003298"/>
              </a:solidFill>
              <a:latin typeface="Arial" panose="020B0604020202020204" pitchFamily="34" charset="0"/>
            </a:endParaRPr>
          </a:p>
        </p:txBody>
      </p:sp>
      <p:pic>
        <p:nvPicPr>
          <p:cNvPr id="21516" name="图片 2151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5704" y="1752600"/>
            <a:ext cx="13216030" cy="77343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1517" name="文本框 21516"/>
          <p:cNvSpPr txBox="1"/>
          <p:nvPr/>
        </p:nvSpPr>
        <p:spPr>
          <a:xfrm>
            <a:off x="1092200" y="2984500"/>
            <a:ext cx="546100" cy="64770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pPr eaLnBrk="1" hangingPunct="1"/>
            <a:r>
              <a:rPr lang="en-US" altLang="zh-CN" sz="4800">
                <a:solidFill>
                  <a:srgbClr val="007977"/>
                </a:solidFill>
                <a:latin typeface="Arial" panose="020B0604020202020204" pitchFamily="34" charset="0"/>
              </a:rPr>
              <a:t> </a:t>
            </a:r>
          </a:p>
          <a:p>
            <a:pPr eaLnBrk="1" hangingPunct="1"/>
            <a:endParaRPr lang="en-US" altLang="zh-CN" sz="4800">
              <a:solidFill>
                <a:srgbClr val="007977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5" name="文本框 22534"/>
          <p:cNvSpPr txBox="1"/>
          <p:nvPr/>
        </p:nvSpPr>
        <p:spPr>
          <a:xfrm>
            <a:off x="8001000" y="101600"/>
            <a:ext cx="469900" cy="35560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pPr eaLnBrk="1" hangingPunct="1"/>
            <a:r>
              <a:rPr lang="en-US" altLang="zh-CN" sz="2700">
                <a:solidFill>
                  <a:srgbClr val="007977"/>
                </a:solidFill>
                <a:latin typeface="Arial" panose="020B0604020202020204" pitchFamily="34" charset="0"/>
              </a:rPr>
              <a:t> </a:t>
            </a:r>
          </a:p>
          <a:p>
            <a:pPr eaLnBrk="1" hangingPunct="1"/>
            <a:endParaRPr lang="en-US" altLang="zh-CN" sz="2700">
              <a:solidFill>
                <a:srgbClr val="007977"/>
              </a:solidFill>
              <a:latin typeface="Arial" panose="020B0604020202020204" pitchFamily="34" charset="0"/>
            </a:endParaRPr>
          </a:p>
        </p:txBody>
      </p:sp>
      <p:pic>
        <p:nvPicPr>
          <p:cNvPr id="22537" name="图片 2253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0018" y="1428724"/>
            <a:ext cx="13716000" cy="821537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2538" name="文本框 22537"/>
          <p:cNvSpPr txBox="1"/>
          <p:nvPr/>
        </p:nvSpPr>
        <p:spPr>
          <a:xfrm>
            <a:off x="1092200" y="2984500"/>
            <a:ext cx="546100" cy="64770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pPr eaLnBrk="1" hangingPunct="1"/>
            <a:r>
              <a:rPr lang="en-US" altLang="zh-CN" sz="4800">
                <a:solidFill>
                  <a:srgbClr val="007977"/>
                </a:solidFill>
                <a:latin typeface="Arial" panose="020B0604020202020204" pitchFamily="34" charset="0"/>
              </a:rPr>
              <a:t> </a:t>
            </a:r>
          </a:p>
          <a:p>
            <a:pPr eaLnBrk="1" hangingPunct="1"/>
            <a:endParaRPr lang="en-US" altLang="zh-CN" sz="4800">
              <a:solidFill>
                <a:srgbClr val="007977"/>
              </a:solidFill>
              <a:latin typeface="Arial" panose="020B0604020202020204" pitchFamily="34" charset="0"/>
            </a:endParaRPr>
          </a:p>
        </p:txBody>
      </p:sp>
      <p:sp>
        <p:nvSpPr>
          <p:cNvPr id="22539" name="文本框 22538"/>
          <p:cNvSpPr txBox="1"/>
          <p:nvPr/>
        </p:nvSpPr>
        <p:spPr>
          <a:xfrm>
            <a:off x="4571984" y="285716"/>
            <a:ext cx="6396066" cy="1908215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lstStyle/>
          <a:p>
            <a:pPr eaLnBrk="1" hangingPunct="1"/>
            <a:r>
              <a:rPr lang="en-US" altLang="zh-CN" sz="5900" dirty="0" err="1" smtClean="0">
                <a:solidFill>
                  <a:srgbClr val="003298"/>
                </a:solidFill>
                <a:latin typeface="Arial" panose="020B0604020202020204" pitchFamily="34" charset="0"/>
              </a:rPr>
              <a:t>Servlet</a:t>
            </a:r>
            <a:r>
              <a:rPr lang="zh-CN" altLang="en-US" sz="5900" dirty="0" smtClean="0">
                <a:solidFill>
                  <a:srgbClr val="003298"/>
                </a:solidFill>
                <a:latin typeface="宋体" panose="02010600030101010101" pitchFamily="2" charset="-122"/>
              </a:rPr>
              <a:t>实例</a:t>
            </a:r>
          </a:p>
          <a:p>
            <a:pPr eaLnBrk="1" hangingPunct="1"/>
            <a:endParaRPr lang="en-US" altLang="zh-CN" sz="5900" dirty="0">
              <a:solidFill>
                <a:srgbClr val="003298"/>
              </a:solidFill>
              <a:latin typeface="Arial" panose="020B0604020202020204" pitchFamily="34" charset="0"/>
            </a:endParaRPr>
          </a:p>
        </p:txBody>
      </p:sp>
      <p:sp>
        <p:nvSpPr>
          <p:cNvPr id="22541" name="文本框 22540"/>
          <p:cNvSpPr txBox="1"/>
          <p:nvPr/>
        </p:nvSpPr>
        <p:spPr>
          <a:xfrm>
            <a:off x="8801100" y="952500"/>
            <a:ext cx="584200" cy="80010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pPr eaLnBrk="1" hangingPunct="1"/>
            <a:r>
              <a:rPr lang="en-US" altLang="zh-CN" sz="5900">
                <a:solidFill>
                  <a:srgbClr val="003298"/>
                </a:solidFill>
                <a:latin typeface="Arial" panose="020B0604020202020204" pitchFamily="34" charset="0"/>
              </a:rPr>
              <a:t> </a:t>
            </a:r>
          </a:p>
          <a:p>
            <a:pPr eaLnBrk="1" hangingPunct="1"/>
            <a:endParaRPr lang="en-US" altLang="zh-CN" sz="5900">
              <a:solidFill>
                <a:srgbClr val="003298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82" name="文本框 24581"/>
          <p:cNvSpPr txBox="1"/>
          <p:nvPr/>
        </p:nvSpPr>
        <p:spPr>
          <a:xfrm>
            <a:off x="7658100" y="101600"/>
            <a:ext cx="723900" cy="35560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pPr eaLnBrk="1" hangingPunct="1"/>
            <a:r>
              <a:rPr lang="zh-CN" altLang="en-US" sz="2700">
                <a:solidFill>
                  <a:srgbClr val="007977"/>
                </a:solidFill>
                <a:latin typeface="宋体" panose="02010600030101010101" pitchFamily="2" charset="-122"/>
              </a:rPr>
              <a:t>）</a:t>
            </a:r>
          </a:p>
        </p:txBody>
      </p:sp>
      <p:sp>
        <p:nvSpPr>
          <p:cNvPr id="24583" name="文本框 24582"/>
          <p:cNvSpPr txBox="1"/>
          <p:nvPr/>
        </p:nvSpPr>
        <p:spPr>
          <a:xfrm>
            <a:off x="8001000" y="101600"/>
            <a:ext cx="469900" cy="35560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pPr eaLnBrk="1" hangingPunct="1"/>
            <a:r>
              <a:rPr lang="en-US" altLang="zh-CN" sz="2700">
                <a:solidFill>
                  <a:srgbClr val="007977"/>
                </a:solidFill>
                <a:latin typeface="Arial" panose="020B0604020202020204" pitchFamily="34" charset="0"/>
              </a:rPr>
              <a:t> </a:t>
            </a:r>
          </a:p>
          <a:p>
            <a:pPr eaLnBrk="1" hangingPunct="1"/>
            <a:endParaRPr lang="en-US" altLang="zh-CN" sz="2700">
              <a:solidFill>
                <a:srgbClr val="007977"/>
              </a:solidFill>
              <a:latin typeface="Arial" panose="020B0604020202020204" pitchFamily="34" charset="0"/>
            </a:endParaRPr>
          </a:p>
        </p:txBody>
      </p:sp>
      <p:sp>
        <p:nvSpPr>
          <p:cNvPr id="24584" name="文本框 24583"/>
          <p:cNvSpPr txBox="1"/>
          <p:nvPr/>
        </p:nvSpPr>
        <p:spPr>
          <a:xfrm>
            <a:off x="9004300" y="9690100"/>
            <a:ext cx="4445000" cy="27940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pPr eaLnBrk="1" hangingPunct="1"/>
            <a:r>
              <a:rPr lang="en-US" altLang="zh-CN" sz="2100">
                <a:solidFill>
                  <a:srgbClr val="007977"/>
                </a:solidFill>
                <a:latin typeface="Arial" panose="020B0604020202020204" pitchFamily="34" charset="0"/>
              </a:rPr>
              <a:t>http://blog.csdn.net/javaeeteacher </a:t>
            </a:r>
          </a:p>
          <a:p>
            <a:pPr eaLnBrk="1" hangingPunct="1"/>
            <a:endParaRPr lang="en-US" altLang="zh-CN" sz="2100">
              <a:solidFill>
                <a:srgbClr val="007977"/>
              </a:solidFill>
              <a:latin typeface="Arial" panose="020B0604020202020204" pitchFamily="34" charset="0"/>
            </a:endParaRPr>
          </a:p>
        </p:txBody>
      </p:sp>
      <p:sp>
        <p:nvSpPr>
          <p:cNvPr id="24585" name="文本框 24584"/>
          <p:cNvSpPr txBox="1"/>
          <p:nvPr/>
        </p:nvSpPr>
        <p:spPr>
          <a:xfrm>
            <a:off x="2143092" y="1000096"/>
            <a:ext cx="11055396" cy="1107996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lstStyle/>
          <a:p>
            <a:pPr eaLnBrk="1" hangingPunct="1"/>
            <a:r>
              <a:rPr lang="en-US" altLang="zh-CN" sz="6600" dirty="0" smtClean="0">
                <a:solidFill>
                  <a:srgbClr val="003298"/>
                </a:solidFill>
                <a:latin typeface="Arial" panose="020B0604020202020204" pitchFamily="34" charset="0"/>
              </a:rPr>
              <a:t>1.3</a:t>
            </a:r>
            <a:r>
              <a:rPr lang="zh-CN" altLang="en-US" sz="6600" dirty="0" smtClean="0">
                <a:solidFill>
                  <a:srgbClr val="003298"/>
                </a:solidFill>
                <a:latin typeface="宋体" panose="02010600030101010101" pitchFamily="2" charset="-122"/>
              </a:rPr>
              <a:t>运行环境及开发环境</a:t>
            </a:r>
            <a:r>
              <a:rPr lang="en-US" altLang="zh-CN" sz="6600" dirty="0" smtClean="0">
                <a:solidFill>
                  <a:srgbClr val="003298"/>
                </a:solidFill>
                <a:latin typeface="Arial" panose="020B0604020202020204" pitchFamily="34" charset="0"/>
              </a:rPr>
              <a:t> </a:t>
            </a:r>
            <a:endParaRPr lang="en-US" altLang="zh-CN" sz="6600" dirty="0">
              <a:solidFill>
                <a:srgbClr val="003298"/>
              </a:solidFill>
              <a:latin typeface="Arial" panose="020B0604020202020204" pitchFamily="34" charset="0"/>
            </a:endParaRPr>
          </a:p>
        </p:txBody>
      </p:sp>
      <p:sp>
        <p:nvSpPr>
          <p:cNvPr id="24587" name="文本框 24586"/>
          <p:cNvSpPr txBox="1"/>
          <p:nvPr/>
        </p:nvSpPr>
        <p:spPr>
          <a:xfrm>
            <a:off x="11328400" y="1358900"/>
            <a:ext cx="609600" cy="88900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pPr eaLnBrk="1" hangingPunct="1"/>
            <a:r>
              <a:rPr lang="en-US" altLang="zh-CN" sz="6600">
                <a:solidFill>
                  <a:srgbClr val="003298"/>
                </a:solidFill>
                <a:latin typeface="Arial" panose="020B0604020202020204" pitchFamily="34" charset="0"/>
              </a:rPr>
              <a:t> </a:t>
            </a:r>
          </a:p>
          <a:p>
            <a:pPr eaLnBrk="1" hangingPunct="1"/>
            <a:endParaRPr lang="en-US" altLang="zh-CN" sz="6600">
              <a:solidFill>
                <a:srgbClr val="003298"/>
              </a:solidFill>
              <a:latin typeface="Arial" panose="020B0604020202020204" pitchFamily="34" charset="0"/>
            </a:endParaRPr>
          </a:p>
        </p:txBody>
      </p:sp>
      <p:sp>
        <p:nvSpPr>
          <p:cNvPr id="24588" name="文本框 24587"/>
          <p:cNvSpPr txBox="1"/>
          <p:nvPr/>
        </p:nvSpPr>
        <p:spPr>
          <a:xfrm>
            <a:off x="584200" y="3111500"/>
            <a:ext cx="787400" cy="49530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pPr eaLnBrk="1" hangingPunct="1"/>
            <a:r>
              <a:rPr lang="en-US" altLang="zh-CN" sz="3600">
                <a:solidFill>
                  <a:srgbClr val="DC5800"/>
                </a:solidFill>
                <a:latin typeface="Wingdings" panose="05000000000000000000" pitchFamily="34" charset="0"/>
              </a:rPr>
              <a:t></a:t>
            </a:r>
          </a:p>
        </p:txBody>
      </p:sp>
      <p:sp>
        <p:nvSpPr>
          <p:cNvPr id="24589" name="文本框 24588"/>
          <p:cNvSpPr txBox="1"/>
          <p:nvPr/>
        </p:nvSpPr>
        <p:spPr>
          <a:xfrm>
            <a:off x="1092200" y="2971800"/>
            <a:ext cx="9266262" cy="830997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lstStyle/>
          <a:p>
            <a:pPr eaLnBrk="1" hangingPunct="1"/>
            <a:r>
              <a:rPr lang="en-US" altLang="zh-CN" sz="4800" dirty="0" smtClean="0">
                <a:latin typeface="Arial" panose="020B0604020202020204" pitchFamily="34" charset="0"/>
              </a:rPr>
              <a:t>1.3.1</a:t>
            </a:r>
            <a:r>
              <a:rPr lang="zh-CN" altLang="en-US" sz="4800" dirty="0" smtClean="0">
                <a:latin typeface="宋体" panose="02010600030101010101" pitchFamily="2" charset="-122"/>
              </a:rPr>
              <a:t>运行</a:t>
            </a:r>
            <a:r>
              <a:rPr lang="zh-CN" altLang="en-US" sz="4800" dirty="0" smtClean="0">
                <a:latin typeface="宋体" panose="02010600030101010101" pitchFamily="2" charset="-122"/>
              </a:rPr>
              <a:t>环境</a:t>
            </a:r>
            <a:r>
              <a:rPr lang="en-US" altLang="zh-CN" sz="4800" dirty="0" smtClean="0">
                <a:solidFill>
                  <a:srgbClr val="007977"/>
                </a:solidFill>
                <a:latin typeface="Arial" panose="020B0604020202020204" pitchFamily="34" charset="0"/>
              </a:rPr>
              <a:t> </a:t>
            </a:r>
            <a:endParaRPr lang="en-US" altLang="zh-CN" sz="4800" dirty="0">
              <a:solidFill>
                <a:srgbClr val="007977"/>
              </a:solidFill>
              <a:latin typeface="Arial" panose="020B0604020202020204" pitchFamily="34" charset="0"/>
            </a:endParaRPr>
          </a:p>
        </p:txBody>
      </p:sp>
      <p:sp>
        <p:nvSpPr>
          <p:cNvPr id="24591" name="文本框 24590"/>
          <p:cNvSpPr txBox="1"/>
          <p:nvPr/>
        </p:nvSpPr>
        <p:spPr>
          <a:xfrm>
            <a:off x="5054600" y="2971800"/>
            <a:ext cx="546100" cy="67310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pPr eaLnBrk="1" hangingPunct="1"/>
            <a:r>
              <a:rPr lang="en-US" altLang="zh-CN" sz="4800">
                <a:solidFill>
                  <a:srgbClr val="007977"/>
                </a:solidFill>
                <a:latin typeface="Arial" panose="020B0604020202020204" pitchFamily="34" charset="0"/>
              </a:rPr>
              <a:t> </a:t>
            </a:r>
          </a:p>
        </p:txBody>
      </p:sp>
      <p:sp>
        <p:nvSpPr>
          <p:cNvPr id="24592" name="文本框 24591"/>
          <p:cNvSpPr txBox="1"/>
          <p:nvPr/>
        </p:nvSpPr>
        <p:spPr>
          <a:xfrm>
            <a:off x="571456" y="4429120"/>
            <a:ext cx="787400" cy="49530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pPr eaLnBrk="1" hangingPunct="1"/>
            <a:r>
              <a:rPr lang="en-US" altLang="zh-CN" sz="3600" dirty="0">
                <a:solidFill>
                  <a:srgbClr val="DC5800"/>
                </a:solidFill>
                <a:latin typeface="Wingdings" panose="05000000000000000000" pitchFamily="34" charset="0"/>
              </a:rPr>
              <a:t></a:t>
            </a:r>
          </a:p>
        </p:txBody>
      </p:sp>
      <p:sp>
        <p:nvSpPr>
          <p:cNvPr id="24593" name="文本框 24592"/>
          <p:cNvSpPr txBox="1"/>
          <p:nvPr/>
        </p:nvSpPr>
        <p:spPr>
          <a:xfrm>
            <a:off x="1214398" y="4286244"/>
            <a:ext cx="4765668" cy="156966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lstStyle/>
          <a:p>
            <a:pPr eaLnBrk="1" hangingPunct="1"/>
            <a:r>
              <a:rPr lang="en-US" altLang="zh-CN" sz="4800" dirty="0" smtClean="0">
                <a:latin typeface="Arial" panose="020B0604020202020204" pitchFamily="34" charset="0"/>
              </a:rPr>
              <a:t>1.3.2</a:t>
            </a:r>
            <a:r>
              <a:rPr lang="zh-CN" altLang="en-US" sz="4800" dirty="0" smtClean="0">
                <a:latin typeface="宋体" panose="02010600030101010101" pitchFamily="2" charset="-122"/>
              </a:rPr>
              <a:t>开发环境</a:t>
            </a:r>
          </a:p>
          <a:p>
            <a:pPr eaLnBrk="1" hangingPunct="1"/>
            <a:r>
              <a:rPr lang="en-US" altLang="zh-CN" sz="4800" dirty="0" smtClean="0">
                <a:solidFill>
                  <a:srgbClr val="007977"/>
                </a:solidFill>
                <a:latin typeface="Arial" panose="020B0604020202020204" pitchFamily="34" charset="0"/>
              </a:rPr>
              <a:t> </a:t>
            </a:r>
            <a:endParaRPr lang="en-US" altLang="zh-CN" sz="4800" dirty="0">
              <a:solidFill>
                <a:srgbClr val="007977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6" name="文本框 25605"/>
          <p:cNvSpPr txBox="1"/>
          <p:nvPr/>
        </p:nvSpPr>
        <p:spPr>
          <a:xfrm>
            <a:off x="7658100" y="101600"/>
            <a:ext cx="723900" cy="35560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pPr eaLnBrk="1" hangingPunct="1"/>
            <a:r>
              <a:rPr lang="zh-CN" altLang="en-US" sz="2700">
                <a:solidFill>
                  <a:srgbClr val="007977"/>
                </a:solidFill>
                <a:latin typeface="宋体" panose="02010600030101010101" pitchFamily="2" charset="-122"/>
              </a:rPr>
              <a:t>）</a:t>
            </a:r>
          </a:p>
        </p:txBody>
      </p:sp>
      <p:sp>
        <p:nvSpPr>
          <p:cNvPr id="25607" name="文本框 25606"/>
          <p:cNvSpPr txBox="1"/>
          <p:nvPr/>
        </p:nvSpPr>
        <p:spPr>
          <a:xfrm>
            <a:off x="8001000" y="101600"/>
            <a:ext cx="469900" cy="35560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pPr eaLnBrk="1" hangingPunct="1"/>
            <a:r>
              <a:rPr lang="en-US" altLang="zh-CN" sz="2700">
                <a:solidFill>
                  <a:srgbClr val="007977"/>
                </a:solidFill>
                <a:latin typeface="Arial" panose="020B0604020202020204" pitchFamily="34" charset="0"/>
              </a:rPr>
              <a:t> </a:t>
            </a:r>
          </a:p>
          <a:p>
            <a:pPr eaLnBrk="1" hangingPunct="1"/>
            <a:endParaRPr lang="en-US" altLang="zh-CN" sz="2700">
              <a:solidFill>
                <a:srgbClr val="007977"/>
              </a:solidFill>
              <a:latin typeface="Arial" panose="020B0604020202020204" pitchFamily="34" charset="0"/>
            </a:endParaRPr>
          </a:p>
        </p:txBody>
      </p:sp>
      <p:sp>
        <p:nvSpPr>
          <p:cNvPr id="25609" name="文本框 25608"/>
          <p:cNvSpPr txBox="1"/>
          <p:nvPr/>
        </p:nvSpPr>
        <p:spPr>
          <a:xfrm>
            <a:off x="0" y="714344"/>
            <a:ext cx="8659854" cy="830997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lstStyle/>
          <a:p>
            <a:pPr eaLnBrk="1" hangingPunct="1"/>
            <a:r>
              <a:rPr lang="en-US" altLang="zh-CN" sz="4800" b="1" dirty="0" smtClean="0">
                <a:solidFill>
                  <a:srgbClr val="003298"/>
                </a:solidFill>
                <a:latin typeface="Arial" panose="020B0604020202020204" pitchFamily="34" charset="0"/>
              </a:rPr>
              <a:t>1.3.1</a:t>
            </a:r>
            <a:r>
              <a:rPr lang="zh-CN" altLang="en-US" sz="4800" b="1" dirty="0" smtClean="0">
                <a:solidFill>
                  <a:srgbClr val="003298"/>
                </a:solidFill>
                <a:latin typeface="宋体" panose="02010600030101010101" pitchFamily="2" charset="-122"/>
              </a:rPr>
              <a:t>运行环境</a:t>
            </a:r>
            <a:r>
              <a:rPr lang="en-US" altLang="zh-CN" sz="4800" b="1" dirty="0" smtClean="0">
                <a:solidFill>
                  <a:srgbClr val="003298"/>
                </a:solidFill>
                <a:latin typeface="Arial" panose="020B0604020202020204" pitchFamily="34" charset="0"/>
              </a:rPr>
              <a:t> </a:t>
            </a:r>
            <a:endParaRPr lang="en-US" altLang="zh-CN" sz="4800" b="1" dirty="0">
              <a:solidFill>
                <a:srgbClr val="003298"/>
              </a:solidFill>
              <a:latin typeface="Arial" panose="020B0604020202020204" pitchFamily="34" charset="0"/>
            </a:endParaRPr>
          </a:p>
        </p:txBody>
      </p:sp>
      <p:sp>
        <p:nvSpPr>
          <p:cNvPr id="25611" name="文本框 25610"/>
          <p:cNvSpPr txBox="1"/>
          <p:nvPr/>
        </p:nvSpPr>
        <p:spPr>
          <a:xfrm>
            <a:off x="9575800" y="1358900"/>
            <a:ext cx="609600" cy="88900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pPr eaLnBrk="1" hangingPunct="1"/>
            <a:r>
              <a:rPr lang="en-US" altLang="zh-CN" sz="6600">
                <a:solidFill>
                  <a:srgbClr val="003298"/>
                </a:solidFill>
                <a:latin typeface="Arial" panose="020B0604020202020204" pitchFamily="34" charset="0"/>
              </a:rPr>
              <a:t> </a:t>
            </a:r>
          </a:p>
          <a:p>
            <a:pPr eaLnBrk="1" hangingPunct="1"/>
            <a:endParaRPr lang="en-US" altLang="zh-CN" sz="6600">
              <a:solidFill>
                <a:srgbClr val="003298"/>
              </a:solidFill>
              <a:latin typeface="Arial" panose="020B0604020202020204" pitchFamily="34" charset="0"/>
            </a:endParaRPr>
          </a:p>
        </p:txBody>
      </p:sp>
      <p:sp>
        <p:nvSpPr>
          <p:cNvPr id="25613" name="文本框 25612"/>
          <p:cNvSpPr txBox="1"/>
          <p:nvPr/>
        </p:nvSpPr>
        <p:spPr>
          <a:xfrm>
            <a:off x="571456" y="1714476"/>
            <a:ext cx="2209800" cy="830997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pPr eaLnBrk="1" hangingPunct="1"/>
            <a:r>
              <a:rPr lang="zh-CN" altLang="en-US" sz="4800" b="1" dirty="0">
                <a:latin typeface="宋体" panose="02010600030101010101" pitchFamily="2" charset="-122"/>
              </a:rPr>
              <a:t>需要：</a:t>
            </a:r>
          </a:p>
        </p:txBody>
      </p:sp>
      <p:sp>
        <p:nvSpPr>
          <p:cNvPr id="25614" name="文本框 25613"/>
          <p:cNvSpPr txBox="1"/>
          <p:nvPr/>
        </p:nvSpPr>
        <p:spPr>
          <a:xfrm>
            <a:off x="2933700" y="2971800"/>
            <a:ext cx="546100" cy="67310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pPr eaLnBrk="1" hangingPunct="1"/>
            <a:r>
              <a:rPr lang="en-US" altLang="zh-CN" sz="4800">
                <a:solidFill>
                  <a:srgbClr val="007977"/>
                </a:solidFill>
                <a:latin typeface="Arial" panose="020B0604020202020204" pitchFamily="34" charset="0"/>
              </a:rPr>
              <a:t> </a:t>
            </a:r>
          </a:p>
          <a:p>
            <a:pPr eaLnBrk="1" hangingPunct="1"/>
            <a:endParaRPr lang="en-US" altLang="zh-CN" sz="4800">
              <a:solidFill>
                <a:srgbClr val="007977"/>
              </a:solidFill>
              <a:latin typeface="Arial" panose="020B0604020202020204" pitchFamily="34" charset="0"/>
            </a:endParaRPr>
          </a:p>
        </p:txBody>
      </p:sp>
      <p:sp>
        <p:nvSpPr>
          <p:cNvPr id="25617" name="文本框 25616"/>
          <p:cNvSpPr txBox="1"/>
          <p:nvPr/>
        </p:nvSpPr>
        <p:spPr>
          <a:xfrm>
            <a:off x="1285836" y="2643170"/>
            <a:ext cx="4643470" cy="723275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lstStyle/>
          <a:p>
            <a:pPr eaLnBrk="1" hangingPunct="1">
              <a:buFont typeface="Wingdings" pitchFamily="2" charset="2"/>
              <a:buChar char="u"/>
            </a:pPr>
            <a:r>
              <a:rPr lang="en-US" altLang="zh-CN" sz="4100" dirty="0" smtClean="0"/>
              <a:t> Web</a:t>
            </a:r>
            <a:r>
              <a:rPr lang="zh-CN" altLang="en-US" sz="4100" dirty="0" smtClean="0">
                <a:latin typeface="宋体" panose="02010600030101010101" pitchFamily="2" charset="-122"/>
              </a:rPr>
              <a:t>服务器</a:t>
            </a:r>
            <a:endParaRPr lang="zh-CN" altLang="en-US" sz="4100" dirty="0">
              <a:latin typeface="宋体" panose="02010600030101010101" pitchFamily="2" charset="-122"/>
            </a:endParaRPr>
          </a:p>
        </p:txBody>
      </p:sp>
      <p:sp>
        <p:nvSpPr>
          <p:cNvPr id="25618" name="文本框 25617"/>
          <p:cNvSpPr txBox="1"/>
          <p:nvPr/>
        </p:nvSpPr>
        <p:spPr>
          <a:xfrm>
            <a:off x="4419600" y="3822700"/>
            <a:ext cx="520700" cy="58420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pPr eaLnBrk="1" hangingPunct="1"/>
            <a:r>
              <a:rPr lang="en-US" altLang="zh-CN" sz="4100">
                <a:solidFill>
                  <a:srgbClr val="007977"/>
                </a:solidFill>
                <a:latin typeface="Arial" panose="020B0604020202020204" pitchFamily="34" charset="0"/>
              </a:rPr>
              <a:t> </a:t>
            </a:r>
          </a:p>
        </p:txBody>
      </p:sp>
      <p:sp>
        <p:nvSpPr>
          <p:cNvPr id="25620" name="文本框 25619"/>
          <p:cNvSpPr txBox="1"/>
          <p:nvPr/>
        </p:nvSpPr>
        <p:spPr>
          <a:xfrm>
            <a:off x="1214398" y="6000756"/>
            <a:ext cx="6215106" cy="723275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lstStyle/>
          <a:p>
            <a:pPr eaLnBrk="1" hangingPunct="1">
              <a:buFont typeface="Wingdings" pitchFamily="2" charset="2"/>
              <a:buChar char="u"/>
            </a:pPr>
            <a:r>
              <a:rPr lang="zh-CN" altLang="en-US" sz="4100" dirty="0" smtClean="0">
                <a:latin typeface="宋体" panose="02010600030101010101" pitchFamily="2" charset="-122"/>
              </a:rPr>
              <a:t>  应用</a:t>
            </a:r>
            <a:r>
              <a:rPr lang="zh-CN" altLang="en-US" sz="4100" dirty="0">
                <a:latin typeface="宋体" panose="02010600030101010101" pitchFamily="2" charset="-122"/>
              </a:rPr>
              <a:t>服务器</a:t>
            </a:r>
          </a:p>
        </p:txBody>
      </p:sp>
      <p:sp>
        <p:nvSpPr>
          <p:cNvPr id="25621" name="文本框 25620"/>
          <p:cNvSpPr txBox="1"/>
          <p:nvPr/>
        </p:nvSpPr>
        <p:spPr>
          <a:xfrm>
            <a:off x="4381500" y="4597400"/>
            <a:ext cx="520700" cy="58420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pPr eaLnBrk="1" hangingPunct="1"/>
            <a:r>
              <a:rPr lang="en-US" altLang="zh-CN" sz="4100">
                <a:solidFill>
                  <a:srgbClr val="007977"/>
                </a:solidFill>
                <a:latin typeface="Arial" panose="020B0604020202020204" pitchFamily="34" charset="0"/>
              </a:rPr>
              <a:t> </a:t>
            </a:r>
          </a:p>
          <a:p>
            <a:pPr eaLnBrk="1" hangingPunct="1"/>
            <a:endParaRPr lang="en-US" altLang="zh-CN" sz="4100">
              <a:solidFill>
                <a:srgbClr val="007977"/>
              </a:solidFill>
              <a:latin typeface="Arial" panose="020B0604020202020204" pitchFamily="34" charset="0"/>
            </a:endParaRPr>
          </a:p>
        </p:txBody>
      </p:sp>
      <p:sp>
        <p:nvSpPr>
          <p:cNvPr id="18" name="文本框 26643"/>
          <p:cNvSpPr txBox="1"/>
          <p:nvPr/>
        </p:nvSpPr>
        <p:spPr>
          <a:xfrm>
            <a:off x="2000216" y="3428988"/>
            <a:ext cx="10345778" cy="4247317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lstStyle/>
          <a:p>
            <a:pPr eaLnBrk="1" hangingPunct="1">
              <a:lnSpc>
                <a:spcPct val="150000"/>
              </a:lnSpc>
              <a:buFont typeface="Wingdings" pitchFamily="2" charset="2"/>
              <a:buChar char="Ø"/>
            </a:pPr>
            <a:r>
              <a:rPr lang="zh-CN" altLang="en-US" sz="3600" dirty="0">
                <a:solidFill>
                  <a:srgbClr val="007977"/>
                </a:solidFill>
                <a:latin typeface="宋体" panose="02010600030101010101" pitchFamily="2" charset="-122"/>
              </a:rPr>
              <a:t>接收用户</a:t>
            </a:r>
            <a:r>
              <a:rPr lang="zh-CN" altLang="en-US" sz="3600" dirty="0" smtClean="0">
                <a:solidFill>
                  <a:srgbClr val="007977"/>
                </a:solidFill>
                <a:latin typeface="宋体" panose="02010600030101010101" pitchFamily="2" charset="-122"/>
              </a:rPr>
              <a:t>的</a:t>
            </a:r>
            <a:r>
              <a:rPr lang="en-US" altLang="zh-CN" sz="3600" dirty="0" smtClean="0">
                <a:solidFill>
                  <a:srgbClr val="007977"/>
                </a:solidFill>
                <a:latin typeface="宋体" panose="02010600030101010101" pitchFamily="2" charset="-122"/>
              </a:rPr>
              <a:t>web</a:t>
            </a:r>
            <a:r>
              <a:rPr lang="zh-CN" altLang="en-US" sz="3600" dirty="0" smtClean="0">
                <a:solidFill>
                  <a:srgbClr val="007977"/>
                </a:solidFill>
                <a:latin typeface="宋体" panose="02010600030101010101" pitchFamily="2" charset="-122"/>
              </a:rPr>
              <a:t>请求然后提交给应用服务器</a:t>
            </a:r>
            <a:endParaRPr lang="en-US" altLang="zh-CN" sz="3600" dirty="0" smtClean="0">
              <a:solidFill>
                <a:srgbClr val="007977"/>
              </a:solidFill>
              <a:latin typeface="宋体" panose="02010600030101010101" pitchFamily="2" charset="-122"/>
            </a:endParaRPr>
          </a:p>
          <a:p>
            <a:pPr eaLnBrk="1" hangingPunct="1">
              <a:lnSpc>
                <a:spcPct val="150000"/>
              </a:lnSpc>
              <a:buFont typeface="Wingdings" pitchFamily="2" charset="2"/>
              <a:buChar char="Ø"/>
            </a:pPr>
            <a:r>
              <a:rPr lang="zh-CN" altLang="en-US" sz="3600" dirty="0" smtClean="0">
                <a:solidFill>
                  <a:srgbClr val="007977"/>
                </a:solidFill>
                <a:latin typeface="宋体" panose="02010600030101010101" pitchFamily="2" charset="-122"/>
              </a:rPr>
              <a:t>把应用服务器执行的结果返回给用户</a:t>
            </a:r>
            <a:endParaRPr lang="en-US" altLang="zh-CN" sz="3600" dirty="0" smtClean="0">
              <a:solidFill>
                <a:srgbClr val="007977"/>
              </a:solidFill>
              <a:latin typeface="宋体" panose="02010600030101010101" pitchFamily="2" charset="-122"/>
            </a:endParaRPr>
          </a:p>
          <a:p>
            <a:pPr eaLnBrk="1" hangingPunct="1">
              <a:lnSpc>
                <a:spcPct val="150000"/>
              </a:lnSpc>
              <a:buFont typeface="Wingdings" pitchFamily="2" charset="2"/>
              <a:buChar char="Ø"/>
            </a:pPr>
            <a:r>
              <a:rPr lang="en-US" altLang="zh-CN" sz="3600" dirty="0" smtClean="0">
                <a:solidFill>
                  <a:srgbClr val="384D68"/>
                </a:solidFill>
                <a:sym typeface="+mn-ea"/>
              </a:rPr>
              <a:t>Apache  IIS</a:t>
            </a:r>
            <a:endParaRPr lang="en-US" altLang="zh-CN" sz="3600" dirty="0" smtClean="0">
              <a:solidFill>
                <a:srgbClr val="384D68"/>
              </a:solidFill>
            </a:endParaRPr>
          </a:p>
          <a:p>
            <a:pPr eaLnBrk="1" hangingPunct="1">
              <a:lnSpc>
                <a:spcPct val="150000"/>
              </a:lnSpc>
              <a:buFont typeface="Wingdings" pitchFamily="2" charset="2"/>
              <a:buChar char="Ø"/>
            </a:pPr>
            <a:endParaRPr lang="en-US" altLang="zh-CN" sz="3600" dirty="0" smtClean="0">
              <a:solidFill>
                <a:srgbClr val="007977"/>
              </a:solidFill>
              <a:latin typeface="宋体" panose="02010600030101010101" pitchFamily="2" charset="-122"/>
            </a:endParaRPr>
          </a:p>
          <a:p>
            <a:pPr eaLnBrk="1" hangingPunct="1">
              <a:lnSpc>
                <a:spcPct val="150000"/>
              </a:lnSpc>
              <a:buFont typeface="Wingdings" pitchFamily="2" charset="2"/>
              <a:buChar char="Ø"/>
            </a:pPr>
            <a:endParaRPr lang="zh-CN" altLang="en-US" sz="3600" dirty="0">
              <a:solidFill>
                <a:srgbClr val="007977"/>
              </a:solidFill>
              <a:latin typeface="宋体" panose="02010600030101010101" pitchFamily="2" charset="-122"/>
            </a:endParaRPr>
          </a:p>
        </p:txBody>
      </p:sp>
      <p:sp>
        <p:nvSpPr>
          <p:cNvPr id="19" name="文本框 27670"/>
          <p:cNvSpPr txBox="1"/>
          <p:nvPr/>
        </p:nvSpPr>
        <p:spPr>
          <a:xfrm>
            <a:off x="2357406" y="6786574"/>
            <a:ext cx="9858444" cy="2585323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lstStyle/>
          <a:p>
            <a:pPr eaLnBrk="1" hangingPunct="1">
              <a:lnSpc>
                <a:spcPct val="150000"/>
              </a:lnSpc>
              <a:buFont typeface="Wingdings" pitchFamily="2" charset="2"/>
              <a:buChar char="Ø"/>
            </a:pPr>
            <a:r>
              <a:rPr lang="zh-CN" altLang="en-US" sz="3600" dirty="0">
                <a:solidFill>
                  <a:srgbClr val="007977"/>
                </a:solidFill>
                <a:latin typeface="宋体" panose="02010600030101010101" pitchFamily="2" charset="-122"/>
              </a:rPr>
              <a:t>根据用户的请求选择合适的文件加载</a:t>
            </a:r>
            <a:r>
              <a:rPr lang="zh-CN" altLang="en-US" sz="3600" dirty="0" smtClean="0">
                <a:solidFill>
                  <a:srgbClr val="007977"/>
                </a:solidFill>
                <a:latin typeface="宋体" panose="02010600030101010101" pitchFamily="2" charset="-122"/>
              </a:rPr>
              <a:t>执行</a:t>
            </a:r>
            <a:endParaRPr lang="en-US" altLang="zh-CN" sz="3600" dirty="0" smtClean="0">
              <a:solidFill>
                <a:srgbClr val="007977"/>
              </a:solidFill>
              <a:latin typeface="宋体" panose="02010600030101010101" pitchFamily="2" charset="-122"/>
            </a:endParaRPr>
          </a:p>
          <a:p>
            <a:pPr eaLnBrk="1" hangingPunct="1">
              <a:lnSpc>
                <a:spcPct val="150000"/>
              </a:lnSpc>
              <a:buFont typeface="Wingdings" pitchFamily="2" charset="2"/>
              <a:buChar char="Ø"/>
            </a:pPr>
            <a:r>
              <a:rPr lang="zh-CN" altLang="en-US" sz="3600" dirty="0" smtClean="0">
                <a:solidFill>
                  <a:srgbClr val="007977"/>
                </a:solidFill>
                <a:latin typeface="宋体" panose="02010600030101010101" pitchFamily="2" charset="-122"/>
              </a:rPr>
              <a:t>把执行的结果返回给</a:t>
            </a:r>
            <a:r>
              <a:rPr lang="en-US" altLang="zh-CN" sz="3600" dirty="0" smtClean="0">
                <a:solidFill>
                  <a:srgbClr val="007977"/>
                </a:solidFill>
                <a:latin typeface="宋体" panose="02010600030101010101" pitchFamily="2" charset="-122"/>
              </a:rPr>
              <a:t>web</a:t>
            </a:r>
            <a:r>
              <a:rPr lang="zh-CN" altLang="en-US" sz="3600" dirty="0" smtClean="0">
                <a:solidFill>
                  <a:srgbClr val="007977"/>
                </a:solidFill>
                <a:latin typeface="宋体" panose="02010600030101010101" pitchFamily="2" charset="-122"/>
              </a:rPr>
              <a:t>服务器</a:t>
            </a:r>
          </a:p>
          <a:p>
            <a:pPr eaLnBrk="1" hangingPunct="1">
              <a:lnSpc>
                <a:spcPct val="150000"/>
              </a:lnSpc>
            </a:pPr>
            <a:endParaRPr lang="zh-CN" altLang="en-US" sz="3600" dirty="0">
              <a:solidFill>
                <a:srgbClr val="007977"/>
              </a:solidFill>
              <a:latin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8" name="文本框 28677"/>
          <p:cNvSpPr txBox="1"/>
          <p:nvPr/>
        </p:nvSpPr>
        <p:spPr>
          <a:xfrm>
            <a:off x="7658100" y="101600"/>
            <a:ext cx="723900" cy="35560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pPr eaLnBrk="1" hangingPunct="1"/>
            <a:r>
              <a:rPr lang="zh-CN" altLang="en-US" sz="2700">
                <a:solidFill>
                  <a:srgbClr val="007977"/>
                </a:solidFill>
                <a:latin typeface="宋体" panose="02010600030101010101" pitchFamily="2" charset="-122"/>
              </a:rPr>
              <a:t>）</a:t>
            </a:r>
          </a:p>
        </p:txBody>
      </p:sp>
      <p:sp>
        <p:nvSpPr>
          <p:cNvPr id="28679" name="文本框 28678"/>
          <p:cNvSpPr txBox="1"/>
          <p:nvPr/>
        </p:nvSpPr>
        <p:spPr>
          <a:xfrm>
            <a:off x="8001000" y="101600"/>
            <a:ext cx="469900" cy="35560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pPr eaLnBrk="1" hangingPunct="1"/>
            <a:r>
              <a:rPr lang="en-US" altLang="zh-CN" sz="2700">
                <a:solidFill>
                  <a:srgbClr val="007977"/>
                </a:solidFill>
                <a:latin typeface="Arial" panose="020B0604020202020204" pitchFamily="34" charset="0"/>
              </a:rPr>
              <a:t> </a:t>
            </a:r>
          </a:p>
          <a:p>
            <a:pPr eaLnBrk="1" hangingPunct="1"/>
            <a:endParaRPr lang="en-US" altLang="zh-CN" sz="2700">
              <a:solidFill>
                <a:srgbClr val="007977"/>
              </a:solidFill>
              <a:latin typeface="Arial" panose="020B0604020202020204" pitchFamily="34" charset="0"/>
            </a:endParaRPr>
          </a:p>
        </p:txBody>
      </p:sp>
      <p:sp>
        <p:nvSpPr>
          <p:cNvPr id="28683" name="文本框 28682"/>
          <p:cNvSpPr txBox="1"/>
          <p:nvPr/>
        </p:nvSpPr>
        <p:spPr>
          <a:xfrm>
            <a:off x="9575800" y="1358900"/>
            <a:ext cx="609600" cy="88900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pPr eaLnBrk="1" hangingPunct="1"/>
            <a:r>
              <a:rPr lang="en-US" altLang="zh-CN" sz="6600">
                <a:solidFill>
                  <a:srgbClr val="003298"/>
                </a:solidFill>
                <a:latin typeface="Arial" panose="020B0604020202020204" pitchFamily="34" charset="0"/>
              </a:rPr>
              <a:t> </a:t>
            </a:r>
          </a:p>
          <a:p>
            <a:pPr eaLnBrk="1" hangingPunct="1"/>
            <a:endParaRPr lang="en-US" altLang="zh-CN" sz="6600">
              <a:solidFill>
                <a:srgbClr val="003298"/>
              </a:solidFill>
              <a:latin typeface="Arial" panose="020B0604020202020204" pitchFamily="34" charset="0"/>
            </a:endParaRPr>
          </a:p>
        </p:txBody>
      </p:sp>
      <p:sp>
        <p:nvSpPr>
          <p:cNvPr id="28685" name="文本框 28684"/>
          <p:cNvSpPr txBox="1"/>
          <p:nvPr/>
        </p:nvSpPr>
        <p:spPr>
          <a:xfrm>
            <a:off x="500018" y="1643038"/>
            <a:ext cx="8786874" cy="830997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lstStyle/>
          <a:p>
            <a:pPr eaLnBrk="1" hangingPunct="1"/>
            <a:r>
              <a:rPr lang="zh-CN" altLang="en-US" sz="4800" dirty="0" smtClean="0">
                <a:latin typeface="宋体" panose="02010600030101010101" pitchFamily="2" charset="-122"/>
              </a:rPr>
              <a:t>常用</a:t>
            </a:r>
            <a:r>
              <a:rPr lang="zh-CN" altLang="en-US" sz="4800" dirty="0">
                <a:latin typeface="宋体" panose="02010600030101010101" pitchFamily="2" charset="-122"/>
              </a:rPr>
              <a:t>应用</a:t>
            </a:r>
            <a:r>
              <a:rPr lang="zh-CN" altLang="en-US" sz="4800" dirty="0" smtClean="0">
                <a:latin typeface="宋体" panose="02010600030101010101" pitchFamily="2" charset="-122"/>
              </a:rPr>
              <a:t>服务器：</a:t>
            </a:r>
            <a:endParaRPr lang="zh-CN" altLang="en-US" sz="4800" dirty="0">
              <a:latin typeface="宋体" panose="02010600030101010101" pitchFamily="2" charset="-122"/>
            </a:endParaRPr>
          </a:p>
        </p:txBody>
      </p:sp>
      <p:sp>
        <p:nvSpPr>
          <p:cNvPr id="28686" name="文本框 28685"/>
          <p:cNvSpPr txBox="1"/>
          <p:nvPr/>
        </p:nvSpPr>
        <p:spPr>
          <a:xfrm>
            <a:off x="5372100" y="2971800"/>
            <a:ext cx="546100" cy="67310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pPr eaLnBrk="1" hangingPunct="1"/>
            <a:r>
              <a:rPr lang="en-US" altLang="zh-CN" sz="4800">
                <a:solidFill>
                  <a:srgbClr val="007977"/>
                </a:solidFill>
                <a:latin typeface="Arial" panose="020B0604020202020204" pitchFamily="34" charset="0"/>
              </a:rPr>
              <a:t> </a:t>
            </a:r>
          </a:p>
          <a:p>
            <a:pPr eaLnBrk="1" hangingPunct="1"/>
            <a:endParaRPr lang="en-US" altLang="zh-CN" sz="4800">
              <a:solidFill>
                <a:srgbClr val="007977"/>
              </a:solidFill>
              <a:latin typeface="Arial" panose="020B0604020202020204" pitchFamily="34" charset="0"/>
            </a:endParaRPr>
          </a:p>
        </p:txBody>
      </p:sp>
      <p:sp>
        <p:nvSpPr>
          <p:cNvPr id="28688" name="文本框 28687"/>
          <p:cNvSpPr txBox="1"/>
          <p:nvPr/>
        </p:nvSpPr>
        <p:spPr>
          <a:xfrm>
            <a:off x="1000084" y="2571732"/>
            <a:ext cx="9572692" cy="723275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lstStyle/>
          <a:p>
            <a:pPr eaLnBrk="1" hangingPunct="1">
              <a:buFont typeface="Wingdings" pitchFamily="2" charset="2"/>
              <a:buChar char="u"/>
            </a:pPr>
            <a:r>
              <a:rPr lang="en-US" altLang="zh-CN" sz="4100" b="1" dirty="0" smtClean="0">
                <a:latin typeface="Arial" panose="020B0604020202020204" pitchFamily="34" charset="0"/>
              </a:rPr>
              <a:t>JSP</a:t>
            </a:r>
            <a:r>
              <a:rPr lang="zh-CN" altLang="en-US" sz="4100" b="1" dirty="0" smtClean="0">
                <a:latin typeface="宋体" panose="02010600030101010101" pitchFamily="2" charset="-122"/>
              </a:rPr>
              <a:t>服务器</a:t>
            </a:r>
            <a:endParaRPr lang="en-US" altLang="zh-CN" sz="4100" dirty="0">
              <a:solidFill>
                <a:srgbClr val="007977"/>
              </a:solidFill>
              <a:latin typeface="Arial" panose="020B0604020202020204" pitchFamily="34" charset="0"/>
            </a:endParaRPr>
          </a:p>
        </p:txBody>
      </p:sp>
      <p:sp>
        <p:nvSpPr>
          <p:cNvPr id="28690" name="文本框 28689"/>
          <p:cNvSpPr txBox="1"/>
          <p:nvPr/>
        </p:nvSpPr>
        <p:spPr>
          <a:xfrm>
            <a:off x="4292600" y="3822700"/>
            <a:ext cx="520700" cy="58420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pPr eaLnBrk="1" hangingPunct="1"/>
            <a:r>
              <a:rPr lang="en-US" altLang="zh-CN" sz="4100">
                <a:solidFill>
                  <a:srgbClr val="007977"/>
                </a:solidFill>
                <a:latin typeface="Arial" panose="020B0604020202020204" pitchFamily="34" charset="0"/>
              </a:rPr>
              <a:t> </a:t>
            </a:r>
          </a:p>
          <a:p>
            <a:pPr eaLnBrk="1" hangingPunct="1"/>
            <a:endParaRPr lang="en-US" altLang="zh-CN" sz="4100">
              <a:solidFill>
                <a:srgbClr val="007977"/>
              </a:solidFill>
              <a:latin typeface="Arial" panose="020B0604020202020204" pitchFamily="34" charset="0"/>
            </a:endParaRPr>
          </a:p>
        </p:txBody>
      </p:sp>
      <p:sp>
        <p:nvSpPr>
          <p:cNvPr id="28692" name="文本框 28691"/>
          <p:cNvSpPr txBox="1"/>
          <p:nvPr/>
        </p:nvSpPr>
        <p:spPr>
          <a:xfrm>
            <a:off x="1714464" y="3357550"/>
            <a:ext cx="2571768" cy="646331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lstStyle/>
          <a:p>
            <a:pPr eaLnBrk="1" hangingPunct="1">
              <a:buFont typeface="Wingdings" pitchFamily="2" charset="2"/>
              <a:buChar char="Ø"/>
            </a:pPr>
            <a:r>
              <a:rPr lang="en-US" altLang="zh-CN" sz="3600" dirty="0">
                <a:solidFill>
                  <a:srgbClr val="007977"/>
                </a:solidFill>
                <a:latin typeface="Arial" panose="020B0604020202020204" pitchFamily="34" charset="0"/>
              </a:rPr>
              <a:t>Tomcat</a:t>
            </a:r>
          </a:p>
        </p:txBody>
      </p:sp>
      <p:sp>
        <p:nvSpPr>
          <p:cNvPr id="28702" name="文本框 28701"/>
          <p:cNvSpPr txBox="1"/>
          <p:nvPr/>
        </p:nvSpPr>
        <p:spPr>
          <a:xfrm>
            <a:off x="1781140" y="3857616"/>
            <a:ext cx="2071702" cy="646331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lstStyle/>
          <a:p>
            <a:pPr eaLnBrk="1" hangingPunct="1">
              <a:buFont typeface="Wingdings" pitchFamily="2" charset="2"/>
              <a:buChar char="Ø"/>
            </a:pPr>
            <a:r>
              <a:rPr lang="en-US" altLang="zh-CN" sz="3600" dirty="0" err="1">
                <a:solidFill>
                  <a:srgbClr val="007977"/>
                </a:solidFill>
                <a:latin typeface="Arial" panose="020B0604020202020204" pitchFamily="34" charset="0"/>
              </a:rPr>
              <a:t>Jrun</a:t>
            </a:r>
            <a:endParaRPr lang="en-US" altLang="zh-CN" sz="3600" dirty="0">
              <a:solidFill>
                <a:srgbClr val="007977"/>
              </a:solidFill>
              <a:latin typeface="Arial" panose="020B0604020202020204" pitchFamily="34" charset="0"/>
            </a:endParaRPr>
          </a:p>
        </p:txBody>
      </p:sp>
      <p:sp>
        <p:nvSpPr>
          <p:cNvPr id="28706" name="文本框 28705"/>
          <p:cNvSpPr txBox="1"/>
          <p:nvPr/>
        </p:nvSpPr>
        <p:spPr>
          <a:xfrm>
            <a:off x="1714464" y="4571996"/>
            <a:ext cx="2000264" cy="646331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lstStyle/>
          <a:p>
            <a:pPr eaLnBrk="1" hangingPunct="1">
              <a:buFont typeface="Wingdings" pitchFamily="2" charset="2"/>
              <a:buChar char="Ø"/>
            </a:pPr>
            <a:r>
              <a:rPr lang="en-US" altLang="zh-CN" sz="3600" dirty="0">
                <a:solidFill>
                  <a:srgbClr val="007977"/>
                </a:solidFill>
                <a:latin typeface="Arial" panose="020B0604020202020204" pitchFamily="34" charset="0"/>
              </a:rPr>
              <a:t>Resin  </a:t>
            </a:r>
          </a:p>
        </p:txBody>
      </p:sp>
      <p:sp>
        <p:nvSpPr>
          <p:cNvPr id="28708" name="文本框 28707"/>
          <p:cNvSpPr txBox="1"/>
          <p:nvPr/>
        </p:nvSpPr>
        <p:spPr>
          <a:xfrm>
            <a:off x="1142960" y="5286376"/>
            <a:ext cx="8929750" cy="723275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lstStyle/>
          <a:p>
            <a:pPr eaLnBrk="1" hangingPunct="1">
              <a:buFont typeface="Wingdings" pitchFamily="2" charset="2"/>
              <a:buChar char="u"/>
            </a:pPr>
            <a:r>
              <a:rPr lang="en-US" altLang="zh-CN" sz="4100" b="1" dirty="0">
                <a:latin typeface="Arial" panose="020B0604020202020204" pitchFamily="34" charset="0"/>
              </a:rPr>
              <a:t>Java </a:t>
            </a:r>
            <a:r>
              <a:rPr lang="en-US" altLang="zh-CN" sz="4100" b="1" dirty="0" smtClean="0">
                <a:latin typeface="Arial" panose="020B0604020202020204" pitchFamily="34" charset="0"/>
              </a:rPr>
              <a:t>EE</a:t>
            </a:r>
            <a:r>
              <a:rPr lang="zh-CN" altLang="en-US" sz="4100" b="1" dirty="0" smtClean="0">
                <a:latin typeface="宋体" panose="02010600030101010101" pitchFamily="2" charset="-122"/>
              </a:rPr>
              <a:t>服务器</a:t>
            </a:r>
            <a:endParaRPr lang="en-US" altLang="zh-CN" sz="4100" b="1" dirty="0">
              <a:solidFill>
                <a:srgbClr val="007977"/>
              </a:solidFill>
              <a:latin typeface="Arial" panose="020B0604020202020204" pitchFamily="34" charset="0"/>
            </a:endParaRPr>
          </a:p>
        </p:txBody>
      </p:sp>
      <p:sp>
        <p:nvSpPr>
          <p:cNvPr id="28710" name="文本框 28709"/>
          <p:cNvSpPr txBox="1"/>
          <p:nvPr/>
        </p:nvSpPr>
        <p:spPr>
          <a:xfrm>
            <a:off x="5295900" y="5803900"/>
            <a:ext cx="520700" cy="58420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pPr eaLnBrk="1" hangingPunct="1"/>
            <a:r>
              <a:rPr lang="en-US" altLang="zh-CN" sz="4100">
                <a:solidFill>
                  <a:srgbClr val="007977"/>
                </a:solidFill>
                <a:latin typeface="Arial" panose="020B0604020202020204" pitchFamily="34" charset="0"/>
              </a:rPr>
              <a:t> </a:t>
            </a:r>
          </a:p>
          <a:p>
            <a:pPr eaLnBrk="1" hangingPunct="1"/>
            <a:endParaRPr lang="en-US" altLang="zh-CN" sz="4100">
              <a:solidFill>
                <a:srgbClr val="007977"/>
              </a:solidFill>
              <a:latin typeface="Arial" panose="020B0604020202020204" pitchFamily="34" charset="0"/>
            </a:endParaRPr>
          </a:p>
        </p:txBody>
      </p:sp>
      <p:sp>
        <p:nvSpPr>
          <p:cNvPr id="28713" name="文本框 28712"/>
          <p:cNvSpPr txBox="1"/>
          <p:nvPr/>
        </p:nvSpPr>
        <p:spPr>
          <a:xfrm>
            <a:off x="1985928" y="6143632"/>
            <a:ext cx="7246962" cy="646331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lstStyle/>
          <a:p>
            <a:pPr eaLnBrk="1" hangingPunct="1">
              <a:buFont typeface="Wingdings" pitchFamily="2" charset="2"/>
              <a:buChar char="Ø"/>
            </a:pPr>
            <a:r>
              <a:rPr lang="en-US" altLang="zh-CN" sz="3600" dirty="0" smtClean="0">
                <a:solidFill>
                  <a:srgbClr val="007977"/>
                </a:solidFill>
              </a:rPr>
              <a:t>Bea</a:t>
            </a:r>
            <a:r>
              <a:rPr lang="zh-CN" altLang="en-US" sz="3600" dirty="0" smtClean="0">
                <a:solidFill>
                  <a:srgbClr val="007977"/>
                </a:solidFill>
                <a:latin typeface="宋体" panose="02010600030101010101" pitchFamily="2" charset="-122"/>
              </a:rPr>
              <a:t>公司的</a:t>
            </a:r>
            <a:r>
              <a:rPr lang="en-US" altLang="zh-CN" sz="3600" dirty="0" err="1" smtClean="0">
                <a:solidFill>
                  <a:srgbClr val="007977"/>
                </a:solidFill>
              </a:rPr>
              <a:t>Weblogic</a:t>
            </a:r>
            <a:endParaRPr lang="zh-CN" altLang="en-US" sz="3600" dirty="0">
              <a:solidFill>
                <a:srgbClr val="007977"/>
              </a:solidFill>
              <a:latin typeface="宋体" panose="02010600030101010101" pitchFamily="2" charset="-122"/>
            </a:endParaRPr>
          </a:p>
        </p:txBody>
      </p:sp>
      <p:sp>
        <p:nvSpPr>
          <p:cNvPr id="28718" name="文本框 28717"/>
          <p:cNvSpPr txBox="1"/>
          <p:nvPr/>
        </p:nvSpPr>
        <p:spPr>
          <a:xfrm>
            <a:off x="2000216" y="6786574"/>
            <a:ext cx="6143620" cy="646331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lstStyle/>
          <a:p>
            <a:pPr eaLnBrk="1" hangingPunct="1">
              <a:buFont typeface="Wingdings" pitchFamily="2" charset="2"/>
              <a:buChar char="Ø"/>
            </a:pPr>
            <a:r>
              <a:rPr lang="en-US" altLang="zh-CN" sz="3600" dirty="0" smtClean="0">
                <a:solidFill>
                  <a:srgbClr val="007977"/>
                </a:solidFill>
                <a:latin typeface="Arial" panose="020B0604020202020204" pitchFamily="34" charset="0"/>
              </a:rPr>
              <a:t>IBM</a:t>
            </a:r>
            <a:r>
              <a:rPr lang="zh-CN" altLang="en-US" sz="3600" dirty="0" smtClean="0">
                <a:solidFill>
                  <a:srgbClr val="007977"/>
                </a:solidFill>
                <a:latin typeface="Arial" panose="020B0604020202020204" pitchFamily="34" charset="0"/>
              </a:rPr>
              <a:t>的</a:t>
            </a:r>
            <a:r>
              <a:rPr lang="en-US" altLang="zh-CN" sz="3600" dirty="0" err="1" smtClean="0">
                <a:solidFill>
                  <a:srgbClr val="007977"/>
                </a:solidFill>
                <a:latin typeface="Arial" panose="020B0604020202020204" pitchFamily="34" charset="0"/>
              </a:rPr>
              <a:t>Websphere</a:t>
            </a:r>
            <a:endParaRPr lang="en-US" altLang="zh-CN" sz="3600" dirty="0">
              <a:solidFill>
                <a:srgbClr val="007977"/>
              </a:solidFill>
              <a:latin typeface="Arial" panose="020B0604020202020204" pitchFamily="34" charset="0"/>
            </a:endParaRPr>
          </a:p>
        </p:txBody>
      </p:sp>
      <p:sp>
        <p:nvSpPr>
          <p:cNvPr id="28720" name="文本框 28719"/>
          <p:cNvSpPr txBox="1"/>
          <p:nvPr/>
        </p:nvSpPr>
        <p:spPr>
          <a:xfrm>
            <a:off x="2024032" y="9001152"/>
            <a:ext cx="6786562" cy="646331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lstStyle/>
          <a:p>
            <a:pPr eaLnBrk="1" hangingPunct="1">
              <a:buFont typeface="Wingdings" pitchFamily="2" charset="2"/>
              <a:buChar char="Ø"/>
            </a:pPr>
            <a:r>
              <a:rPr lang="en-US" altLang="zh-CN" sz="3600" dirty="0" smtClean="0">
                <a:solidFill>
                  <a:srgbClr val="007977"/>
                </a:solidFill>
                <a:latin typeface="Arial" panose="020B0604020202020204" pitchFamily="34" charset="0"/>
              </a:rPr>
              <a:t>Sun</a:t>
            </a:r>
            <a:r>
              <a:rPr lang="zh-CN" altLang="en-US" sz="3600" dirty="0" smtClean="0">
                <a:solidFill>
                  <a:srgbClr val="007977"/>
                </a:solidFill>
                <a:latin typeface="宋体" panose="02010600030101010101" pitchFamily="2" charset="-122"/>
              </a:rPr>
              <a:t>公司的</a:t>
            </a:r>
            <a:r>
              <a:rPr lang="en-US" altLang="zh-CN" sz="3600" dirty="0" smtClean="0">
                <a:solidFill>
                  <a:srgbClr val="007977"/>
                </a:solidFill>
              </a:rPr>
              <a:t>Application Server</a:t>
            </a:r>
            <a:endParaRPr lang="en-US" altLang="zh-CN" sz="3600" dirty="0">
              <a:solidFill>
                <a:srgbClr val="007977"/>
              </a:solidFill>
              <a:latin typeface="Arial" panose="020B0604020202020204" pitchFamily="34" charset="0"/>
            </a:endParaRPr>
          </a:p>
        </p:txBody>
      </p:sp>
      <p:sp>
        <p:nvSpPr>
          <p:cNvPr id="28724" name="文本框 28723"/>
          <p:cNvSpPr txBox="1"/>
          <p:nvPr/>
        </p:nvSpPr>
        <p:spPr>
          <a:xfrm>
            <a:off x="1976404" y="7858144"/>
            <a:ext cx="6357982" cy="646331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lstStyle/>
          <a:p>
            <a:pPr eaLnBrk="1" hangingPunct="1">
              <a:buFont typeface="Wingdings" pitchFamily="2" charset="2"/>
              <a:buChar char="Ø"/>
            </a:pPr>
            <a:r>
              <a:rPr lang="en-US" altLang="zh-CN" sz="3600" dirty="0" smtClean="0">
                <a:solidFill>
                  <a:srgbClr val="007977"/>
                </a:solidFill>
                <a:latin typeface="Arial" panose="020B0604020202020204" pitchFamily="34" charset="0"/>
              </a:rPr>
              <a:t>Oracle</a:t>
            </a:r>
            <a:r>
              <a:rPr lang="zh-CN" altLang="en-US" sz="3600" dirty="0" smtClean="0">
                <a:solidFill>
                  <a:srgbClr val="007977"/>
                </a:solidFill>
                <a:latin typeface="宋体" panose="02010600030101010101" pitchFamily="2" charset="-122"/>
              </a:rPr>
              <a:t>公司的</a:t>
            </a:r>
            <a:r>
              <a:rPr lang="en-US" altLang="zh-CN" sz="3600" dirty="0" smtClean="0">
                <a:solidFill>
                  <a:srgbClr val="007977"/>
                </a:solidFill>
              </a:rPr>
              <a:t>Oracle9i/AS</a:t>
            </a:r>
            <a:endParaRPr lang="en-US" altLang="zh-CN" sz="3600" dirty="0">
              <a:solidFill>
                <a:srgbClr val="007977"/>
              </a:solidFill>
              <a:latin typeface="Arial" panose="020B0604020202020204" pitchFamily="34" charset="0"/>
            </a:endParaRPr>
          </a:p>
        </p:txBody>
      </p:sp>
      <p:sp>
        <p:nvSpPr>
          <p:cNvPr id="28729" name="文本框 28728"/>
          <p:cNvSpPr txBox="1"/>
          <p:nvPr/>
        </p:nvSpPr>
        <p:spPr>
          <a:xfrm>
            <a:off x="1995452" y="7286640"/>
            <a:ext cx="10631530" cy="646331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lstStyle/>
          <a:p>
            <a:pPr eaLnBrk="1" hangingPunct="1">
              <a:buFont typeface="Wingdings" pitchFamily="2" charset="2"/>
              <a:buChar char="Ø"/>
            </a:pPr>
            <a:r>
              <a:rPr lang="en-US" altLang="zh-CN" sz="3600" dirty="0" smtClean="0">
                <a:solidFill>
                  <a:srgbClr val="007977"/>
                </a:solidFill>
              </a:rPr>
              <a:t>Sun</a:t>
            </a:r>
            <a:r>
              <a:rPr lang="zh-CN" altLang="en-US" sz="3600" dirty="0" smtClean="0">
                <a:solidFill>
                  <a:srgbClr val="007977"/>
                </a:solidFill>
                <a:latin typeface="宋体" panose="02010600030101010101" pitchFamily="2" charset="-122"/>
              </a:rPr>
              <a:t>公司的</a:t>
            </a:r>
            <a:r>
              <a:rPr lang="en-US" altLang="zh-CN" sz="3600" dirty="0" smtClean="0">
                <a:solidFill>
                  <a:srgbClr val="007977"/>
                </a:solidFill>
              </a:rPr>
              <a:t>Sun Java System Application Server</a:t>
            </a:r>
            <a:endParaRPr lang="zh-CN" altLang="en-US" sz="3600" dirty="0">
              <a:solidFill>
                <a:srgbClr val="007977"/>
              </a:solidFill>
              <a:latin typeface="宋体" panose="02010600030101010101" pitchFamily="2" charset="-122"/>
            </a:endParaRPr>
          </a:p>
        </p:txBody>
      </p:sp>
      <p:sp>
        <p:nvSpPr>
          <p:cNvPr id="28732" name="文本框 28731"/>
          <p:cNvSpPr txBox="1"/>
          <p:nvPr/>
        </p:nvSpPr>
        <p:spPr>
          <a:xfrm>
            <a:off x="2066894" y="8358210"/>
            <a:ext cx="10144196" cy="646331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lstStyle/>
          <a:p>
            <a:pPr eaLnBrk="1" hangingPunct="1">
              <a:buFont typeface="Wingdings" pitchFamily="2" charset="2"/>
              <a:buChar char="Ø"/>
            </a:pPr>
            <a:r>
              <a:rPr lang="en-US" altLang="zh-CN" sz="3600" dirty="0" err="1" smtClean="0">
                <a:solidFill>
                  <a:srgbClr val="007977"/>
                </a:solidFill>
                <a:latin typeface="Arial" panose="020B0604020202020204" pitchFamily="34" charset="0"/>
              </a:rPr>
              <a:t>Jboss</a:t>
            </a:r>
            <a:r>
              <a:rPr lang="zh-CN" altLang="en-US" sz="3600" dirty="0" smtClean="0">
                <a:solidFill>
                  <a:srgbClr val="007977"/>
                </a:solidFill>
                <a:latin typeface="Arial" panose="020B0604020202020204" pitchFamily="34" charset="0"/>
              </a:rPr>
              <a:t>公司的</a:t>
            </a:r>
            <a:r>
              <a:rPr lang="en-US" altLang="zh-CN" sz="3600" dirty="0" err="1" smtClean="0">
                <a:solidFill>
                  <a:srgbClr val="007977"/>
                </a:solidFill>
              </a:rPr>
              <a:t>Jboss</a:t>
            </a:r>
            <a:endParaRPr lang="en-US" altLang="zh-CN" sz="3600" dirty="0">
              <a:solidFill>
                <a:srgbClr val="007977"/>
              </a:solidFill>
              <a:latin typeface="Arial" panose="020B0604020202020204" pitchFamily="34" charset="0"/>
            </a:endParaRPr>
          </a:p>
        </p:txBody>
      </p:sp>
      <p:sp>
        <p:nvSpPr>
          <p:cNvPr id="57" name="文本框 25608"/>
          <p:cNvSpPr txBox="1"/>
          <p:nvPr/>
        </p:nvSpPr>
        <p:spPr>
          <a:xfrm>
            <a:off x="0" y="714344"/>
            <a:ext cx="8659854" cy="830997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lstStyle/>
          <a:p>
            <a:pPr eaLnBrk="1" hangingPunct="1"/>
            <a:r>
              <a:rPr lang="en-US" altLang="zh-CN" sz="4800" b="1" dirty="0" smtClean="0">
                <a:solidFill>
                  <a:srgbClr val="003298"/>
                </a:solidFill>
                <a:latin typeface="Arial" panose="020B0604020202020204" pitchFamily="34" charset="0"/>
              </a:rPr>
              <a:t>1.3.1</a:t>
            </a:r>
            <a:r>
              <a:rPr lang="zh-CN" altLang="en-US" sz="4800" b="1" dirty="0" smtClean="0">
                <a:solidFill>
                  <a:srgbClr val="003298"/>
                </a:solidFill>
                <a:latin typeface="宋体" panose="02010600030101010101" pitchFamily="2" charset="-122"/>
              </a:rPr>
              <a:t>运行环境</a:t>
            </a:r>
            <a:r>
              <a:rPr lang="en-US" altLang="zh-CN" sz="4800" b="1" dirty="0" smtClean="0">
                <a:solidFill>
                  <a:srgbClr val="003298"/>
                </a:solidFill>
                <a:latin typeface="Arial" panose="020B0604020202020204" pitchFamily="34" charset="0"/>
              </a:rPr>
              <a:t> </a:t>
            </a:r>
            <a:endParaRPr lang="en-US" altLang="zh-CN" sz="4800" b="1" dirty="0">
              <a:solidFill>
                <a:srgbClr val="003298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0" y="928658"/>
            <a:ext cx="13430296" cy="115108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Font typeface="Wingdings" pitchFamily="2" charset="2"/>
              <a:buChar char="Ø"/>
            </a:pPr>
            <a:r>
              <a:rPr lang="en-US" sz="4000" dirty="0" smtClean="0"/>
              <a:t>Tomcat </a:t>
            </a:r>
            <a:r>
              <a:rPr lang="zh-CN" altLang="en-US" sz="4000" dirty="0" smtClean="0"/>
              <a:t>服务器：</a:t>
            </a:r>
            <a:endParaRPr lang="en-US" altLang="zh-CN" sz="4000" dirty="0" smtClean="0"/>
          </a:p>
          <a:p>
            <a:pPr>
              <a:lnSpc>
                <a:spcPct val="150000"/>
              </a:lnSpc>
            </a:pPr>
            <a:r>
              <a:rPr lang="zh-CN" altLang="en-US" sz="4000" dirty="0" smtClean="0"/>
              <a:t>    </a:t>
            </a:r>
            <a:r>
              <a:rPr lang="zh-CN" altLang="en-US" sz="2800" dirty="0" smtClean="0"/>
              <a:t>是一个免费的开放源代码的</a:t>
            </a:r>
            <a:r>
              <a:rPr lang="en-US" sz="2800" dirty="0" smtClean="0"/>
              <a:t>Web </a:t>
            </a:r>
            <a:r>
              <a:rPr lang="zh-CN" altLang="en-US" sz="2800" dirty="0" smtClean="0"/>
              <a:t>应用服务器，属于轻量级应用服务器，在中小型系统和并发访问用户不是很多的场合下被普遍使用，是开发和调试</a:t>
            </a:r>
            <a:r>
              <a:rPr lang="en-US" sz="2800" dirty="0" smtClean="0"/>
              <a:t>JSP </a:t>
            </a:r>
            <a:r>
              <a:rPr lang="zh-CN" altLang="en-US" sz="2800" dirty="0" smtClean="0"/>
              <a:t>程序的首选。</a:t>
            </a:r>
            <a:endParaRPr lang="en-US" altLang="zh-CN" sz="2800" dirty="0" smtClean="0"/>
          </a:p>
          <a:p>
            <a:endParaRPr lang="en-US" altLang="zh-CN" sz="4000" dirty="0" smtClean="0"/>
          </a:p>
          <a:p>
            <a:pPr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4000" dirty="0" smtClean="0"/>
              <a:t> Tomcat </a:t>
            </a:r>
            <a:r>
              <a:rPr lang="zh-CN" altLang="en-US" sz="4000" dirty="0" smtClean="0"/>
              <a:t>服务器下载：</a:t>
            </a:r>
            <a:endParaRPr lang="en-US" altLang="zh-CN" sz="4000" dirty="0" smtClean="0"/>
          </a:p>
          <a:p>
            <a:pPr>
              <a:lnSpc>
                <a:spcPct val="150000"/>
              </a:lnSpc>
            </a:pPr>
            <a:r>
              <a:rPr lang="en-US" altLang="zh-CN" sz="4000" dirty="0" smtClean="0">
                <a:solidFill>
                  <a:srgbClr val="FF0000"/>
                </a:solidFill>
                <a:hlinkClick r:id="rId3"/>
              </a:rPr>
              <a:t>         https://tomcat.apache.org</a:t>
            </a:r>
            <a:endParaRPr lang="en-US" altLang="zh-CN" sz="4000" dirty="0" smtClean="0"/>
          </a:p>
          <a:p>
            <a:pPr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4000" dirty="0" smtClean="0"/>
              <a:t>Tomcat </a:t>
            </a:r>
            <a:r>
              <a:rPr lang="zh-CN" altLang="en-US" sz="4000" dirty="0" smtClean="0"/>
              <a:t>服务器安装：</a:t>
            </a:r>
            <a:endParaRPr lang="en-US" altLang="zh-CN" sz="4000" dirty="0" smtClean="0"/>
          </a:p>
          <a:p>
            <a:pPr>
              <a:lnSpc>
                <a:spcPct val="150000"/>
              </a:lnSpc>
            </a:pPr>
            <a:r>
              <a:rPr lang="zh-CN" altLang="en-US" sz="4000" dirty="0" smtClean="0">
                <a:solidFill>
                  <a:srgbClr val="FF0000"/>
                </a:solidFill>
              </a:rPr>
              <a:t>          解压到</a:t>
            </a:r>
            <a:r>
              <a:rPr lang="en-US" altLang="zh-CN" sz="4000" dirty="0" smtClean="0">
                <a:solidFill>
                  <a:srgbClr val="FF0000"/>
                </a:solidFill>
              </a:rPr>
              <a:t>C</a:t>
            </a:r>
            <a:r>
              <a:rPr lang="zh-CN" altLang="en-US" sz="4000" dirty="0" smtClean="0">
                <a:solidFill>
                  <a:srgbClr val="FF0000"/>
                </a:solidFill>
              </a:rPr>
              <a:t>盘根目录下</a:t>
            </a:r>
            <a:endParaRPr lang="en-US" altLang="zh-CN" sz="4000" dirty="0" smtClean="0">
              <a:solidFill>
                <a:srgbClr val="FF0000"/>
              </a:solidFill>
            </a:endParaRPr>
          </a:p>
          <a:p>
            <a:pPr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4000" dirty="0" smtClean="0"/>
              <a:t>Tomcat </a:t>
            </a:r>
            <a:r>
              <a:rPr lang="zh-CN" altLang="en-US" sz="4000" dirty="0" smtClean="0"/>
              <a:t>服务器启动：</a:t>
            </a:r>
            <a:endParaRPr lang="en-US" altLang="zh-CN" sz="4000" dirty="0" smtClean="0"/>
          </a:p>
          <a:p>
            <a:pPr>
              <a:lnSpc>
                <a:spcPct val="150000"/>
              </a:lnSpc>
            </a:pPr>
            <a:r>
              <a:rPr lang="en-US" altLang="zh-CN" sz="4000" dirty="0" smtClean="0"/>
              <a:t>       </a:t>
            </a:r>
            <a:r>
              <a:rPr lang="zh-CN" altLang="en-US" sz="4000" dirty="0" smtClean="0"/>
              <a:t>运行</a:t>
            </a:r>
            <a:r>
              <a:rPr lang="en-US" altLang="zh-CN" sz="4000" dirty="0" smtClean="0"/>
              <a:t>bin</a:t>
            </a:r>
            <a:r>
              <a:rPr lang="zh-CN" altLang="en-US" sz="4000" dirty="0" smtClean="0"/>
              <a:t>目录下的</a:t>
            </a:r>
            <a:r>
              <a:rPr lang="en-US" altLang="zh-CN" sz="4000" dirty="0" smtClean="0"/>
              <a:t>startup</a:t>
            </a:r>
            <a:r>
              <a:rPr lang="zh-CN" altLang="en-US" sz="4000" dirty="0" smtClean="0"/>
              <a:t>文件</a:t>
            </a:r>
            <a:endParaRPr lang="en-US" altLang="zh-CN" sz="4000" dirty="0" smtClean="0"/>
          </a:p>
          <a:p>
            <a:endParaRPr lang="en-US" altLang="zh-CN" sz="4000" dirty="0" smtClean="0">
              <a:solidFill>
                <a:srgbClr val="FF0000"/>
              </a:solidFill>
            </a:endParaRPr>
          </a:p>
          <a:p>
            <a:endParaRPr lang="en-US" altLang="zh-CN" sz="4000" dirty="0" smtClean="0"/>
          </a:p>
          <a:p>
            <a:endParaRPr lang="en-US" altLang="zh-CN" sz="4000" dirty="0" smtClean="0"/>
          </a:p>
          <a:p>
            <a:endParaRPr lang="en-US" altLang="zh-CN" sz="4000" dirty="0" smtClean="0"/>
          </a:p>
          <a:p>
            <a:endParaRPr lang="zh-CN" altLang="en-US" sz="4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0" y="357154"/>
            <a:ext cx="13716000" cy="992984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0" y="1214410"/>
            <a:ext cx="13430296" cy="1314205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Font typeface="Wingdings" pitchFamily="2" charset="2"/>
              <a:buChar char="Ø"/>
            </a:pPr>
            <a:r>
              <a:rPr lang="zh-CN" altLang="en-US" sz="3200" b="1" dirty="0" smtClean="0"/>
              <a:t>测试</a:t>
            </a:r>
            <a:r>
              <a:rPr lang="en-US" sz="3200" b="1" dirty="0" smtClean="0"/>
              <a:t>Tomcat </a:t>
            </a:r>
            <a:r>
              <a:rPr lang="zh-CN" altLang="en-US" sz="3200" b="1" dirty="0" smtClean="0"/>
              <a:t>安装是否成功：</a:t>
            </a:r>
            <a:endParaRPr lang="en-US" altLang="zh-CN" sz="3200" b="1" dirty="0" smtClean="0"/>
          </a:p>
          <a:p>
            <a:r>
              <a:rPr lang="zh-CN" altLang="en-US" sz="3200" dirty="0" smtClean="0"/>
              <a:t>    浏览器输入：</a:t>
            </a:r>
            <a:r>
              <a:rPr lang="en-US" altLang="zh-CN" sz="3200" dirty="0" smtClean="0">
                <a:solidFill>
                  <a:srgbClr val="C00000"/>
                </a:solidFill>
                <a:hlinkClick r:id="rId3"/>
              </a:rPr>
              <a:t>http://</a:t>
            </a:r>
            <a:r>
              <a:rPr lang="en-US" altLang="zh-CN" sz="3200" dirty="0" smtClean="0">
                <a:solidFill>
                  <a:srgbClr val="C00000"/>
                </a:solidFill>
                <a:hlinkClick r:id="rId3"/>
              </a:rPr>
              <a:t>localhost:8080</a:t>
            </a:r>
            <a:endParaRPr lang="en-US" altLang="zh-CN" sz="3200" dirty="0" smtClean="0">
              <a:solidFill>
                <a:srgbClr val="C00000"/>
              </a:solidFill>
            </a:endParaRPr>
          </a:p>
          <a:p>
            <a:pPr>
              <a:buFont typeface="Wingdings" pitchFamily="2" charset="2"/>
              <a:buChar char="Ø"/>
            </a:pPr>
            <a:endParaRPr lang="en-US" altLang="zh-CN" sz="3200" dirty="0" smtClean="0"/>
          </a:p>
          <a:p>
            <a:pPr>
              <a:buFont typeface="Wingdings" pitchFamily="2" charset="2"/>
              <a:buChar char="Ø"/>
            </a:pPr>
            <a:r>
              <a:rPr lang="zh-CN" altLang="en-US" sz="3200" b="1" dirty="0" smtClean="0"/>
              <a:t>修改</a:t>
            </a:r>
            <a:r>
              <a:rPr lang="en-US" sz="3200" b="1" dirty="0" smtClean="0"/>
              <a:t>Tomcat </a:t>
            </a:r>
            <a:r>
              <a:rPr lang="zh-CN" altLang="en-US" sz="3200" b="1" dirty="0" smtClean="0"/>
              <a:t>服务器端口：</a:t>
            </a:r>
            <a:endParaRPr lang="en-US" altLang="zh-CN" sz="3200" b="1" dirty="0" smtClean="0"/>
          </a:p>
          <a:p>
            <a:r>
              <a:rPr lang="zh-CN" altLang="en-US" sz="3200" dirty="0" smtClean="0"/>
              <a:t>    找</a:t>
            </a:r>
            <a:r>
              <a:rPr lang="en-US" altLang="zh-CN" sz="3200" dirty="0" smtClean="0"/>
              <a:t>conf</a:t>
            </a:r>
            <a:r>
              <a:rPr lang="zh-CN" altLang="en-US" sz="3200" dirty="0" smtClean="0"/>
              <a:t>目录下的</a:t>
            </a:r>
            <a:r>
              <a:rPr lang="en-US" altLang="zh-CN" sz="3200" dirty="0" err="1" smtClean="0">
                <a:solidFill>
                  <a:srgbClr val="C00000"/>
                </a:solidFill>
              </a:rPr>
              <a:t>server.Xml</a:t>
            </a:r>
            <a:r>
              <a:rPr lang="zh-CN" altLang="en-US" sz="3200" dirty="0" smtClean="0">
                <a:solidFill>
                  <a:srgbClr val="C00000"/>
                </a:solidFill>
              </a:rPr>
              <a:t>文</a:t>
            </a:r>
            <a:r>
              <a:rPr lang="zh-CN" altLang="en-US" sz="3200" dirty="0" smtClean="0"/>
              <a:t>件：</a:t>
            </a:r>
            <a:endParaRPr lang="en-US" altLang="zh-CN" sz="3200" dirty="0" smtClean="0"/>
          </a:p>
          <a:p>
            <a:r>
              <a:rPr lang="en-US" altLang="zh-CN" sz="3200" dirty="0" smtClean="0"/>
              <a:t> &lt;Connector </a:t>
            </a:r>
            <a:r>
              <a:rPr lang="en-US" altLang="zh-CN" sz="3200" dirty="0" err="1" smtClean="0"/>
              <a:t>connectionTimeout</a:t>
            </a:r>
            <a:r>
              <a:rPr lang="en-US" altLang="zh-CN" sz="3200" dirty="0" smtClean="0"/>
              <a:t>="20000</a:t>
            </a:r>
            <a:r>
              <a:rPr lang="en-US" altLang="zh-CN" sz="3200" dirty="0" smtClean="0">
                <a:solidFill>
                  <a:srgbClr val="FF0000"/>
                </a:solidFill>
              </a:rPr>
              <a:t>" port="8080" </a:t>
            </a:r>
            <a:r>
              <a:rPr lang="en-US" altLang="zh-CN" sz="3200" dirty="0" smtClean="0"/>
              <a:t>protocol="HTTP/1.1" </a:t>
            </a:r>
            <a:r>
              <a:rPr lang="en-US" altLang="zh-CN" sz="3200" dirty="0" err="1" smtClean="0"/>
              <a:t>redirectPort</a:t>
            </a:r>
            <a:r>
              <a:rPr lang="en-US" altLang="zh-CN" sz="3200" dirty="0" smtClean="0"/>
              <a:t>="8443"/&gt;</a:t>
            </a:r>
          </a:p>
          <a:p>
            <a:endParaRPr lang="en-US" altLang="zh-CN" sz="3200" dirty="0" smtClean="0"/>
          </a:p>
          <a:p>
            <a:pPr>
              <a:buFont typeface="Wingdings" pitchFamily="2" charset="2"/>
              <a:buChar char="Ø"/>
            </a:pPr>
            <a:r>
              <a:rPr lang="en-US" altLang="zh-CN" sz="3200" b="1" dirty="0" smtClean="0"/>
              <a:t>Startup</a:t>
            </a:r>
            <a:r>
              <a:rPr lang="zh-CN" altLang="en-US" sz="3200" b="1" dirty="0" smtClean="0"/>
              <a:t>启动后乱码问题解决</a:t>
            </a:r>
            <a:r>
              <a:rPr lang="zh-CN" altLang="en-US" sz="3200" dirty="0" smtClean="0"/>
              <a:t>：</a:t>
            </a:r>
            <a:endParaRPr lang="en-US" altLang="zh-CN" sz="3200" dirty="0" smtClean="0"/>
          </a:p>
          <a:p>
            <a:r>
              <a:rPr lang="en-US" altLang="zh-CN" sz="3200" dirty="0" smtClean="0"/>
              <a:t>    conf</a:t>
            </a:r>
            <a:r>
              <a:rPr lang="zh-CN" altLang="en-US" sz="3200" dirty="0" smtClean="0"/>
              <a:t>目录下找到</a:t>
            </a:r>
            <a:r>
              <a:rPr lang="en-US" altLang="zh-CN" sz="3200" dirty="0" err="1" smtClean="0"/>
              <a:t>logging.properties</a:t>
            </a:r>
            <a:r>
              <a:rPr lang="zh-CN" altLang="en-US" sz="3200" dirty="0" smtClean="0"/>
              <a:t>文件，修改</a:t>
            </a:r>
            <a:r>
              <a:rPr lang="en-US" altLang="zh-CN" sz="3200" dirty="0" smtClean="0"/>
              <a:t>UTF-8</a:t>
            </a:r>
            <a:r>
              <a:rPr lang="zh-CN" altLang="en-US" sz="3200" dirty="0" smtClean="0"/>
              <a:t>为</a:t>
            </a:r>
            <a:r>
              <a:rPr lang="en-US" altLang="zh-CN" sz="3200" dirty="0" smtClean="0"/>
              <a:t>GBK</a:t>
            </a:r>
          </a:p>
          <a:p>
            <a:endParaRPr lang="en-US" altLang="zh-CN" sz="3200" dirty="0" smtClean="0">
              <a:solidFill>
                <a:srgbClr val="FF0000"/>
              </a:solidFill>
            </a:endParaRPr>
          </a:p>
          <a:p>
            <a:pPr>
              <a:buFont typeface="Wingdings" pitchFamily="2" charset="2"/>
              <a:buChar char="Ø"/>
            </a:pPr>
            <a:r>
              <a:rPr lang="en-US" sz="3200" b="1" dirty="0" smtClean="0"/>
              <a:t>Tomcat </a:t>
            </a:r>
            <a:r>
              <a:rPr lang="zh-CN" altLang="en-US" sz="3200" b="1" dirty="0" smtClean="0"/>
              <a:t>服务器设置虚拟目录：</a:t>
            </a:r>
            <a:endParaRPr lang="en-US" altLang="zh-CN" sz="3200" b="1" dirty="0" smtClean="0"/>
          </a:p>
          <a:p>
            <a:r>
              <a:rPr lang="en-US" altLang="zh-CN" sz="3200" dirty="0" smtClean="0"/>
              <a:t>     </a:t>
            </a:r>
            <a:r>
              <a:rPr lang="zh-CN" altLang="en-US" sz="3200" dirty="0" smtClean="0"/>
              <a:t>（</a:t>
            </a:r>
            <a:r>
              <a:rPr lang="en-US" altLang="zh-CN" sz="3200" dirty="0" smtClean="0"/>
              <a:t>1</a:t>
            </a:r>
            <a:r>
              <a:rPr lang="zh-CN" altLang="en-US" sz="3200" dirty="0" smtClean="0"/>
              <a:t>）在</a:t>
            </a:r>
            <a:r>
              <a:rPr lang="en-US" altLang="zh-CN" sz="3200" dirty="0" smtClean="0"/>
              <a:t>C:\apache-tomcat-8.5.63-windows-x64\apache-tomcat-8.5.63\conf\Catalina\localhost</a:t>
            </a:r>
            <a:r>
              <a:rPr lang="zh-CN" altLang="en-US" sz="3200" dirty="0" smtClean="0"/>
              <a:t>目录下创建一个</a:t>
            </a:r>
            <a:r>
              <a:rPr lang="en-US" altLang="zh-CN" sz="3200" dirty="0" smtClean="0"/>
              <a:t>XML</a:t>
            </a:r>
            <a:r>
              <a:rPr lang="zh-CN" altLang="en-US" sz="3200" dirty="0" smtClean="0"/>
              <a:t>文件，文件名最好跟</a:t>
            </a:r>
            <a:r>
              <a:rPr lang="en-US" altLang="zh-CN" sz="3200" dirty="0" smtClean="0"/>
              <a:t>web</a:t>
            </a:r>
            <a:r>
              <a:rPr lang="zh-CN" altLang="en-US" sz="3200" dirty="0" smtClean="0"/>
              <a:t>应用相同 </a:t>
            </a:r>
            <a:r>
              <a:rPr lang="en-US" altLang="zh-CN" sz="3200" dirty="0" smtClean="0"/>
              <a:t>,</a:t>
            </a:r>
            <a:r>
              <a:rPr lang="zh-CN" altLang="en-US" sz="3200" dirty="0" smtClean="0"/>
              <a:t>文件名将成为请求的路径</a:t>
            </a:r>
            <a:endParaRPr lang="en-US" altLang="zh-CN" sz="3200" dirty="0" smtClean="0"/>
          </a:p>
          <a:p>
            <a:r>
              <a:rPr lang="en-US" sz="3200" dirty="0" smtClean="0"/>
              <a:t>  &lt;Context  </a:t>
            </a:r>
            <a:r>
              <a:rPr lang="en-US" sz="3200" dirty="0" err="1" smtClean="0"/>
              <a:t>docBase</a:t>
            </a:r>
            <a:r>
              <a:rPr lang="en-US" sz="3200" dirty="0" smtClean="0"/>
              <a:t>=</a:t>
            </a:r>
            <a:r>
              <a:rPr lang="zh-CN" altLang="en-US" sz="3200" dirty="0" smtClean="0"/>
              <a:t> </a:t>
            </a:r>
            <a:r>
              <a:rPr lang="en-US" sz="3200" dirty="0" smtClean="0"/>
              <a:t>" D:\</a:t>
            </a:r>
            <a:r>
              <a:rPr lang="en-US" altLang="zh-CN" sz="3200" dirty="0" smtClean="0"/>
              <a:t>wangluo1909</a:t>
            </a:r>
            <a:r>
              <a:rPr lang="en-US" sz="3200" dirty="0" smtClean="0"/>
              <a:t>" /&gt;</a:t>
            </a:r>
            <a:endParaRPr lang="en-US" altLang="zh-CN" sz="3200" dirty="0" smtClean="0"/>
          </a:p>
          <a:p>
            <a:r>
              <a:rPr lang="zh-CN" altLang="en-US" sz="3200" dirty="0" smtClean="0"/>
              <a:t>（  </a:t>
            </a:r>
            <a:r>
              <a:rPr lang="en-US" altLang="zh-CN" sz="3200" dirty="0" smtClean="0"/>
              <a:t>2</a:t>
            </a:r>
            <a:r>
              <a:rPr lang="zh-CN" altLang="en-US" sz="3200" dirty="0" smtClean="0"/>
              <a:t>）</a:t>
            </a:r>
            <a:r>
              <a:rPr lang="en-US" altLang="zh-CN" sz="3200" dirty="0" smtClean="0">
                <a:solidFill>
                  <a:srgbClr val="C00000"/>
                </a:solidFill>
              </a:rPr>
              <a:t> </a:t>
            </a:r>
            <a:r>
              <a:rPr lang="en-US" altLang="zh-CN" sz="3200" dirty="0" err="1" smtClean="0">
                <a:solidFill>
                  <a:srgbClr val="C00000"/>
                </a:solidFill>
              </a:rPr>
              <a:t>server.Xml</a:t>
            </a:r>
            <a:r>
              <a:rPr lang="zh-CN" altLang="en-US" sz="3200" dirty="0" smtClean="0">
                <a:solidFill>
                  <a:srgbClr val="C00000"/>
                </a:solidFill>
              </a:rPr>
              <a:t>文</a:t>
            </a:r>
            <a:r>
              <a:rPr lang="zh-CN" altLang="en-US" sz="3200" dirty="0" smtClean="0"/>
              <a:t>件中加入</a:t>
            </a:r>
            <a:endParaRPr lang="en-US" altLang="zh-CN" sz="3200" dirty="0" smtClean="0"/>
          </a:p>
          <a:p>
            <a:r>
              <a:rPr lang="en-US" sz="3200" dirty="0" smtClean="0"/>
              <a:t>      &lt;Context path= “/</a:t>
            </a:r>
            <a:r>
              <a:rPr lang="en-US" altLang="zh-CN" sz="3200" dirty="0" smtClean="0"/>
              <a:t>test</a:t>
            </a:r>
            <a:r>
              <a:rPr lang="en-US" sz="3200" dirty="0" smtClean="0"/>
              <a:t> " </a:t>
            </a:r>
            <a:r>
              <a:rPr lang="en-US" sz="3200" dirty="0" err="1" smtClean="0"/>
              <a:t>docBase</a:t>
            </a:r>
            <a:r>
              <a:rPr lang="en-US" sz="3200" dirty="0" smtClean="0"/>
              <a:t>= “D:\</a:t>
            </a:r>
            <a:r>
              <a:rPr lang="en-US" altLang="zh-CN" sz="3200" dirty="0" smtClean="0"/>
              <a:t>wangluo1909</a:t>
            </a:r>
            <a:r>
              <a:rPr lang="en-US" sz="3200" dirty="0" smtClean="0"/>
              <a:t>" /&gt;</a:t>
            </a:r>
            <a:endParaRPr lang="en-US" altLang="zh-CN" sz="3200" dirty="0" smtClean="0"/>
          </a:p>
          <a:p>
            <a:r>
              <a:rPr lang="en-US" altLang="zh-CN" sz="4000" dirty="0" smtClean="0"/>
              <a:t>     </a:t>
            </a:r>
          </a:p>
          <a:p>
            <a:endParaRPr lang="en-US" altLang="zh-CN" sz="4000" dirty="0" smtClean="0">
              <a:solidFill>
                <a:srgbClr val="FF0000"/>
              </a:solidFill>
            </a:endParaRPr>
          </a:p>
          <a:p>
            <a:endParaRPr lang="en-US" altLang="zh-CN" sz="4000" dirty="0" smtClean="0"/>
          </a:p>
          <a:p>
            <a:endParaRPr lang="en-US" altLang="zh-CN" sz="4000" dirty="0" smtClean="0"/>
          </a:p>
          <a:p>
            <a:endParaRPr lang="en-US" altLang="zh-CN" sz="4000" dirty="0" smtClean="0"/>
          </a:p>
          <a:p>
            <a:endParaRPr lang="zh-CN" altLang="en-US" sz="4000" dirty="0"/>
          </a:p>
        </p:txBody>
      </p:sp>
      <p:sp>
        <p:nvSpPr>
          <p:cNvPr id="4" name="矩形 3"/>
          <p:cNvSpPr/>
          <p:nvPr/>
        </p:nvSpPr>
        <p:spPr>
          <a:xfrm>
            <a:off x="6724790" y="4958834"/>
            <a:ext cx="26642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smtClean="0"/>
              <a:t>"</a:t>
            </a:r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02" name="文本框 29701"/>
          <p:cNvSpPr txBox="1"/>
          <p:nvPr/>
        </p:nvSpPr>
        <p:spPr>
          <a:xfrm>
            <a:off x="7658100" y="101600"/>
            <a:ext cx="723900" cy="35560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pPr eaLnBrk="1" hangingPunct="1"/>
            <a:r>
              <a:rPr lang="zh-CN" altLang="en-US" sz="2700">
                <a:solidFill>
                  <a:srgbClr val="007977"/>
                </a:solidFill>
                <a:latin typeface="宋体" panose="02010600030101010101" pitchFamily="2" charset="-122"/>
              </a:rPr>
              <a:t>）</a:t>
            </a:r>
          </a:p>
        </p:txBody>
      </p:sp>
      <p:sp>
        <p:nvSpPr>
          <p:cNvPr id="29703" name="文本框 29702"/>
          <p:cNvSpPr txBox="1"/>
          <p:nvPr/>
        </p:nvSpPr>
        <p:spPr>
          <a:xfrm>
            <a:off x="8001000" y="101600"/>
            <a:ext cx="469900" cy="35560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pPr eaLnBrk="1" hangingPunct="1"/>
            <a:r>
              <a:rPr lang="en-US" altLang="zh-CN" sz="2700">
                <a:solidFill>
                  <a:srgbClr val="007977"/>
                </a:solidFill>
                <a:latin typeface="Arial" panose="020B0604020202020204" pitchFamily="34" charset="0"/>
              </a:rPr>
              <a:t> </a:t>
            </a:r>
          </a:p>
          <a:p>
            <a:pPr eaLnBrk="1" hangingPunct="1"/>
            <a:endParaRPr lang="en-US" altLang="zh-CN" sz="2700">
              <a:solidFill>
                <a:srgbClr val="007977"/>
              </a:solidFill>
              <a:latin typeface="Arial" panose="020B0604020202020204" pitchFamily="34" charset="0"/>
            </a:endParaRPr>
          </a:p>
        </p:txBody>
      </p:sp>
      <p:sp>
        <p:nvSpPr>
          <p:cNvPr id="29705" name="文本框 29704"/>
          <p:cNvSpPr txBox="1"/>
          <p:nvPr/>
        </p:nvSpPr>
        <p:spPr>
          <a:xfrm>
            <a:off x="357142" y="785782"/>
            <a:ext cx="6659590" cy="830997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lstStyle/>
          <a:p>
            <a:pPr eaLnBrk="1" hangingPunct="1"/>
            <a:r>
              <a:rPr lang="en-US" altLang="zh-CN" sz="4800" b="1" dirty="0" smtClean="0">
                <a:solidFill>
                  <a:srgbClr val="003298"/>
                </a:solidFill>
                <a:latin typeface="Arial" panose="020B0604020202020204" pitchFamily="34" charset="0"/>
              </a:rPr>
              <a:t>1.3.2</a:t>
            </a:r>
            <a:r>
              <a:rPr lang="zh-CN" altLang="en-US" sz="4800" b="1" dirty="0" smtClean="0">
                <a:solidFill>
                  <a:srgbClr val="003298"/>
                </a:solidFill>
                <a:latin typeface="宋体" panose="02010600030101010101" pitchFamily="2" charset="-122"/>
              </a:rPr>
              <a:t>开发环境</a:t>
            </a:r>
            <a:endParaRPr lang="en-US" altLang="zh-CN" sz="4800" b="1" dirty="0">
              <a:solidFill>
                <a:srgbClr val="003298"/>
              </a:solidFill>
              <a:latin typeface="Arial" panose="020B0604020202020204" pitchFamily="34" charset="0"/>
            </a:endParaRPr>
          </a:p>
        </p:txBody>
      </p:sp>
      <p:sp>
        <p:nvSpPr>
          <p:cNvPr id="29707" name="文本框 29706"/>
          <p:cNvSpPr txBox="1"/>
          <p:nvPr/>
        </p:nvSpPr>
        <p:spPr>
          <a:xfrm>
            <a:off x="9575800" y="1358900"/>
            <a:ext cx="609600" cy="88900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pPr eaLnBrk="1" hangingPunct="1"/>
            <a:r>
              <a:rPr lang="en-US" altLang="zh-CN" sz="6600">
                <a:solidFill>
                  <a:srgbClr val="003298"/>
                </a:solidFill>
                <a:latin typeface="Arial" panose="020B0604020202020204" pitchFamily="34" charset="0"/>
              </a:rPr>
              <a:t> </a:t>
            </a:r>
          </a:p>
          <a:p>
            <a:pPr eaLnBrk="1" hangingPunct="1"/>
            <a:endParaRPr lang="en-US" altLang="zh-CN" sz="6600">
              <a:solidFill>
                <a:srgbClr val="003298"/>
              </a:solidFill>
              <a:latin typeface="Arial" panose="020B0604020202020204" pitchFamily="34" charset="0"/>
            </a:endParaRPr>
          </a:p>
        </p:txBody>
      </p:sp>
      <p:sp>
        <p:nvSpPr>
          <p:cNvPr id="29708" name="文本框 29707"/>
          <p:cNvSpPr txBox="1"/>
          <p:nvPr/>
        </p:nvSpPr>
        <p:spPr>
          <a:xfrm>
            <a:off x="584200" y="3098800"/>
            <a:ext cx="787400" cy="49530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pPr eaLnBrk="1" hangingPunct="1"/>
            <a:r>
              <a:rPr lang="en-US" altLang="zh-CN" sz="3600">
                <a:solidFill>
                  <a:srgbClr val="DC5800"/>
                </a:solidFill>
                <a:latin typeface="Wingdings" panose="05000000000000000000" pitchFamily="34" charset="0"/>
              </a:rPr>
              <a:t></a:t>
            </a:r>
          </a:p>
        </p:txBody>
      </p:sp>
      <p:sp>
        <p:nvSpPr>
          <p:cNvPr id="29709" name="文本框 29708"/>
          <p:cNvSpPr txBox="1"/>
          <p:nvPr/>
        </p:nvSpPr>
        <p:spPr>
          <a:xfrm>
            <a:off x="1092200" y="2959100"/>
            <a:ext cx="2514600" cy="830997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pPr eaLnBrk="1" hangingPunct="1"/>
            <a:r>
              <a:rPr lang="en-US" altLang="zh-CN" sz="4800" dirty="0">
                <a:latin typeface="Arial" panose="020B0604020202020204" pitchFamily="34" charset="0"/>
              </a:rPr>
              <a:t>Eclipse</a:t>
            </a:r>
            <a:r>
              <a:rPr lang="en-US" altLang="zh-CN" sz="4800" dirty="0">
                <a:solidFill>
                  <a:srgbClr val="007977"/>
                </a:solidFill>
                <a:latin typeface="Arial" panose="020B0604020202020204" pitchFamily="34" charset="0"/>
              </a:rPr>
              <a:t> </a:t>
            </a:r>
          </a:p>
        </p:txBody>
      </p:sp>
      <p:sp>
        <p:nvSpPr>
          <p:cNvPr id="29710" name="文本框 29709"/>
          <p:cNvSpPr txBox="1"/>
          <p:nvPr/>
        </p:nvSpPr>
        <p:spPr>
          <a:xfrm>
            <a:off x="584200" y="3975100"/>
            <a:ext cx="787400" cy="49530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pPr eaLnBrk="1" hangingPunct="1"/>
            <a:r>
              <a:rPr lang="en-US" altLang="zh-CN" sz="3600">
                <a:solidFill>
                  <a:srgbClr val="DC5800"/>
                </a:solidFill>
                <a:latin typeface="Wingdings" panose="05000000000000000000" pitchFamily="34" charset="0"/>
              </a:rPr>
              <a:t></a:t>
            </a:r>
          </a:p>
        </p:txBody>
      </p:sp>
      <p:sp>
        <p:nvSpPr>
          <p:cNvPr id="29711" name="文本框 29710"/>
          <p:cNvSpPr txBox="1"/>
          <p:nvPr/>
        </p:nvSpPr>
        <p:spPr>
          <a:xfrm>
            <a:off x="1092200" y="3848100"/>
            <a:ext cx="3225800" cy="830997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pPr eaLnBrk="1" hangingPunct="1"/>
            <a:r>
              <a:rPr lang="en-US" altLang="zh-CN" sz="4800" dirty="0" err="1">
                <a:latin typeface="Arial" panose="020B0604020202020204" pitchFamily="34" charset="0"/>
              </a:rPr>
              <a:t>NetBeans</a:t>
            </a:r>
            <a:r>
              <a:rPr lang="en-US" altLang="zh-CN" sz="4800" dirty="0">
                <a:solidFill>
                  <a:srgbClr val="007977"/>
                </a:solidFill>
                <a:latin typeface="Arial" panose="020B0604020202020204" pitchFamily="34" charset="0"/>
              </a:rPr>
              <a:t> </a:t>
            </a:r>
          </a:p>
        </p:txBody>
      </p:sp>
      <p:sp>
        <p:nvSpPr>
          <p:cNvPr id="29712" name="文本框 29711"/>
          <p:cNvSpPr txBox="1"/>
          <p:nvPr/>
        </p:nvSpPr>
        <p:spPr>
          <a:xfrm>
            <a:off x="584200" y="4864100"/>
            <a:ext cx="787400" cy="49530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pPr eaLnBrk="1" hangingPunct="1"/>
            <a:r>
              <a:rPr lang="en-US" altLang="zh-CN" sz="3600" dirty="0">
                <a:solidFill>
                  <a:srgbClr val="DC5800"/>
                </a:solidFill>
                <a:latin typeface="Wingdings" panose="05000000000000000000" pitchFamily="34" charset="0"/>
              </a:rPr>
              <a:t></a:t>
            </a:r>
          </a:p>
        </p:txBody>
      </p:sp>
      <p:sp>
        <p:nvSpPr>
          <p:cNvPr id="29713" name="文本框 29712"/>
          <p:cNvSpPr txBox="1"/>
          <p:nvPr/>
        </p:nvSpPr>
        <p:spPr>
          <a:xfrm>
            <a:off x="1092200" y="4724400"/>
            <a:ext cx="2908300" cy="830997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pPr eaLnBrk="1" hangingPunct="1"/>
            <a:r>
              <a:rPr lang="en-US" altLang="zh-CN" sz="4800" dirty="0" err="1" smtClean="0">
                <a:latin typeface="Arial" panose="020B0604020202020204" pitchFamily="34" charset="0"/>
              </a:rPr>
              <a:t>JBuilder</a:t>
            </a:r>
            <a:endParaRPr lang="en-US" altLang="zh-CN" sz="4800" dirty="0">
              <a:solidFill>
                <a:srgbClr val="007977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02" name="文本框 29701"/>
          <p:cNvSpPr txBox="1"/>
          <p:nvPr/>
        </p:nvSpPr>
        <p:spPr>
          <a:xfrm>
            <a:off x="7658100" y="101600"/>
            <a:ext cx="723900" cy="35560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pPr eaLnBrk="1" hangingPunct="1"/>
            <a:r>
              <a:rPr lang="zh-CN" altLang="en-US" sz="2700">
                <a:solidFill>
                  <a:srgbClr val="007977"/>
                </a:solidFill>
                <a:latin typeface="宋体" panose="02010600030101010101" pitchFamily="2" charset="-122"/>
              </a:rPr>
              <a:t>）</a:t>
            </a:r>
          </a:p>
        </p:txBody>
      </p:sp>
      <p:sp>
        <p:nvSpPr>
          <p:cNvPr id="29703" name="文本框 29702"/>
          <p:cNvSpPr txBox="1"/>
          <p:nvPr/>
        </p:nvSpPr>
        <p:spPr>
          <a:xfrm>
            <a:off x="8001000" y="101600"/>
            <a:ext cx="469900" cy="35560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pPr eaLnBrk="1" hangingPunct="1"/>
            <a:r>
              <a:rPr lang="en-US" altLang="zh-CN" sz="2700">
                <a:solidFill>
                  <a:srgbClr val="007977"/>
                </a:solidFill>
                <a:latin typeface="Arial" panose="020B0604020202020204" pitchFamily="34" charset="0"/>
              </a:rPr>
              <a:t> </a:t>
            </a:r>
          </a:p>
          <a:p>
            <a:pPr eaLnBrk="1" hangingPunct="1"/>
            <a:endParaRPr lang="en-US" altLang="zh-CN" sz="2700">
              <a:solidFill>
                <a:srgbClr val="007977"/>
              </a:solidFill>
              <a:latin typeface="Arial" panose="020B0604020202020204" pitchFamily="34" charset="0"/>
            </a:endParaRPr>
          </a:p>
        </p:txBody>
      </p:sp>
      <p:sp>
        <p:nvSpPr>
          <p:cNvPr id="29705" name="文本框 29704"/>
          <p:cNvSpPr txBox="1"/>
          <p:nvPr/>
        </p:nvSpPr>
        <p:spPr>
          <a:xfrm>
            <a:off x="214266" y="714344"/>
            <a:ext cx="6659590" cy="830997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lstStyle/>
          <a:p>
            <a:pPr eaLnBrk="1" hangingPunct="1"/>
            <a:r>
              <a:rPr lang="en-US" altLang="zh-CN" sz="4800" b="1" dirty="0" smtClean="0">
                <a:solidFill>
                  <a:srgbClr val="003298"/>
                </a:solidFill>
                <a:latin typeface="Arial" panose="020B0604020202020204" pitchFamily="34" charset="0"/>
              </a:rPr>
              <a:t>1.3.2</a:t>
            </a:r>
            <a:r>
              <a:rPr lang="zh-CN" altLang="en-US" sz="4800" b="1" dirty="0" smtClean="0">
                <a:solidFill>
                  <a:srgbClr val="003298"/>
                </a:solidFill>
                <a:latin typeface="宋体" panose="02010600030101010101" pitchFamily="2" charset="-122"/>
              </a:rPr>
              <a:t>开发环境</a:t>
            </a:r>
            <a:r>
              <a:rPr lang="en-US" altLang="zh-CN" sz="4800" b="1" dirty="0" smtClean="0">
                <a:solidFill>
                  <a:srgbClr val="003298"/>
                </a:solidFill>
                <a:latin typeface="Arial" panose="020B0604020202020204" pitchFamily="34" charset="0"/>
              </a:rPr>
              <a:t> </a:t>
            </a:r>
            <a:endParaRPr lang="en-US" altLang="zh-CN" sz="4800" b="1" dirty="0">
              <a:solidFill>
                <a:srgbClr val="003298"/>
              </a:solidFill>
              <a:latin typeface="Arial" panose="020B0604020202020204" pitchFamily="34" charset="0"/>
            </a:endParaRPr>
          </a:p>
        </p:txBody>
      </p:sp>
      <p:sp>
        <p:nvSpPr>
          <p:cNvPr id="29707" name="文本框 29706"/>
          <p:cNvSpPr txBox="1"/>
          <p:nvPr/>
        </p:nvSpPr>
        <p:spPr>
          <a:xfrm>
            <a:off x="9575800" y="1358900"/>
            <a:ext cx="609600" cy="88900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pPr eaLnBrk="1" hangingPunct="1"/>
            <a:r>
              <a:rPr lang="en-US" altLang="zh-CN" sz="6600">
                <a:solidFill>
                  <a:srgbClr val="003298"/>
                </a:solidFill>
                <a:latin typeface="Arial" panose="020B0604020202020204" pitchFamily="34" charset="0"/>
              </a:rPr>
              <a:t> </a:t>
            </a:r>
          </a:p>
          <a:p>
            <a:pPr eaLnBrk="1" hangingPunct="1"/>
            <a:endParaRPr lang="en-US" altLang="zh-CN" sz="6600">
              <a:solidFill>
                <a:srgbClr val="003298"/>
              </a:solidFill>
              <a:latin typeface="Arial" panose="020B0604020202020204" pitchFamily="34" charset="0"/>
            </a:endParaRPr>
          </a:p>
        </p:txBody>
      </p:sp>
      <p:sp>
        <p:nvSpPr>
          <p:cNvPr id="13" name="文本框 29708"/>
          <p:cNvSpPr txBox="1"/>
          <p:nvPr/>
        </p:nvSpPr>
        <p:spPr>
          <a:xfrm>
            <a:off x="571456" y="2428856"/>
            <a:ext cx="12858792" cy="5447645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lstStyle/>
          <a:p>
            <a:r>
              <a:rPr lang="zh-CN" altLang="en-US" sz="3600" b="1" dirty="0" smtClean="0"/>
              <a:t>利用</a:t>
            </a:r>
            <a:r>
              <a:rPr lang="en-US" sz="3600" b="1" dirty="0" smtClean="0"/>
              <a:t>Eclipse</a:t>
            </a:r>
            <a:r>
              <a:rPr lang="zh-CN" altLang="en-US" sz="3600" b="1" dirty="0" smtClean="0"/>
              <a:t>开发</a:t>
            </a:r>
            <a:r>
              <a:rPr lang="en-US" sz="3600" b="1" dirty="0" smtClean="0"/>
              <a:t>Web</a:t>
            </a:r>
            <a:r>
              <a:rPr lang="zh-CN" altLang="en-US" sz="3600" b="1" dirty="0" smtClean="0"/>
              <a:t>程序</a:t>
            </a:r>
            <a:endParaRPr lang="zh-CN" altLang="en-US" sz="3600" dirty="0" smtClean="0"/>
          </a:p>
          <a:p>
            <a:pPr lvl="0">
              <a:lnSpc>
                <a:spcPct val="150000"/>
              </a:lnSpc>
            </a:pPr>
            <a:r>
              <a:rPr lang="en-US" sz="3600" b="1" dirty="0" smtClean="0"/>
              <a:t>1</a:t>
            </a:r>
            <a:r>
              <a:rPr lang="zh-CN" altLang="en-US" sz="3600" b="1" dirty="0" smtClean="0"/>
              <a:t>、</a:t>
            </a:r>
            <a:r>
              <a:rPr lang="en-US" sz="4800" b="1" dirty="0" smtClean="0"/>
              <a:t> </a:t>
            </a:r>
            <a:r>
              <a:rPr lang="en-US" sz="4000" dirty="0" smtClean="0"/>
              <a:t>Eclipse</a:t>
            </a:r>
            <a:r>
              <a:rPr lang="zh-CN" altLang="en-US" sz="4000" dirty="0" smtClean="0"/>
              <a:t>中配置</a:t>
            </a:r>
            <a:r>
              <a:rPr lang="en-US" altLang="zh-CN" sz="4000" dirty="0" smtClean="0"/>
              <a:t>tomcat</a:t>
            </a:r>
            <a:r>
              <a:rPr lang="zh-CN" altLang="en-US" sz="4000" dirty="0" smtClean="0"/>
              <a:t>服务器：</a:t>
            </a:r>
            <a:endParaRPr lang="en-US" altLang="zh-CN" sz="4000" dirty="0" smtClean="0"/>
          </a:p>
          <a:p>
            <a:pPr lvl="0">
              <a:lnSpc>
                <a:spcPct val="150000"/>
              </a:lnSpc>
            </a:pPr>
            <a:r>
              <a:rPr lang="zh-CN" altLang="en-US" sz="4000" dirty="0" smtClean="0"/>
              <a:t> （</a:t>
            </a:r>
            <a:r>
              <a:rPr lang="en-US" altLang="zh-CN" sz="4000" dirty="0" smtClean="0"/>
              <a:t>1</a:t>
            </a:r>
            <a:r>
              <a:rPr lang="zh-CN" altLang="en-US" sz="4000" dirty="0" smtClean="0"/>
              <a:t>） </a:t>
            </a:r>
            <a:r>
              <a:rPr lang="en-US" altLang="zh-CN" sz="4000" dirty="0" smtClean="0"/>
              <a:t>window</a:t>
            </a:r>
            <a:r>
              <a:rPr lang="zh-CN" altLang="en-US" sz="4000" dirty="0" smtClean="0"/>
              <a:t>菜单栏里找</a:t>
            </a:r>
            <a:r>
              <a:rPr lang="en-US" sz="4000" u="sng" dirty="0" smtClean="0">
                <a:hlinkClick r:id="rId3"/>
              </a:rPr>
              <a:t>preferences</a:t>
            </a:r>
            <a:endParaRPr lang="en-US" sz="4000" u="sng" dirty="0" smtClean="0"/>
          </a:p>
          <a:p>
            <a:pPr lvl="0">
              <a:lnSpc>
                <a:spcPct val="150000"/>
              </a:lnSpc>
            </a:pPr>
            <a:r>
              <a:rPr lang="zh-CN" altLang="en-US" sz="4000" dirty="0" smtClean="0"/>
              <a:t>（</a:t>
            </a:r>
            <a:r>
              <a:rPr lang="en-US" altLang="zh-CN" sz="4000" dirty="0" smtClean="0"/>
              <a:t>2</a:t>
            </a:r>
            <a:r>
              <a:rPr lang="zh-CN" altLang="en-US" sz="4000" dirty="0" smtClean="0"/>
              <a:t>）找</a:t>
            </a:r>
            <a:r>
              <a:rPr lang="en-US" altLang="zh-CN" sz="4000" dirty="0" smtClean="0"/>
              <a:t>server</a:t>
            </a:r>
            <a:r>
              <a:rPr lang="zh-CN" altLang="en-US" sz="4000" dirty="0" smtClean="0"/>
              <a:t>选项中的</a:t>
            </a:r>
            <a:r>
              <a:rPr lang="en-US" altLang="zh-CN" sz="4000" dirty="0" err="1" smtClean="0"/>
              <a:t>serverRuntime</a:t>
            </a:r>
            <a:r>
              <a:rPr lang="en-US" altLang="zh-CN" sz="4000" dirty="0" smtClean="0"/>
              <a:t>  environments</a:t>
            </a:r>
          </a:p>
          <a:p>
            <a:pPr lvl="0">
              <a:lnSpc>
                <a:spcPct val="150000"/>
              </a:lnSpc>
            </a:pPr>
            <a:r>
              <a:rPr lang="zh-CN" altLang="en-US" sz="4000" dirty="0" smtClean="0"/>
              <a:t>（</a:t>
            </a:r>
            <a:r>
              <a:rPr lang="en-US" altLang="zh-CN" sz="4000" dirty="0" smtClean="0"/>
              <a:t>3</a:t>
            </a:r>
            <a:r>
              <a:rPr lang="zh-CN" altLang="en-US" sz="4000" dirty="0" smtClean="0"/>
              <a:t>） 单击</a:t>
            </a:r>
            <a:r>
              <a:rPr lang="en-US" altLang="zh-CN" sz="4000" dirty="0" smtClean="0"/>
              <a:t>ADD</a:t>
            </a:r>
            <a:r>
              <a:rPr lang="zh-CN" altLang="en-US" sz="4000" dirty="0" smtClean="0"/>
              <a:t>按钮，选择版本，选择服务器的安装目录，单击完成。</a:t>
            </a:r>
            <a:endParaRPr lang="zh-CN" altLang="en-US" sz="4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02" name="文本框 29701"/>
          <p:cNvSpPr txBox="1"/>
          <p:nvPr/>
        </p:nvSpPr>
        <p:spPr>
          <a:xfrm>
            <a:off x="7658100" y="101600"/>
            <a:ext cx="723900" cy="35560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pPr eaLnBrk="1" hangingPunct="1"/>
            <a:r>
              <a:rPr lang="zh-CN" altLang="en-US" sz="2700">
                <a:solidFill>
                  <a:srgbClr val="007977"/>
                </a:solidFill>
                <a:latin typeface="宋体" panose="02010600030101010101" pitchFamily="2" charset="-122"/>
              </a:rPr>
              <a:t>）</a:t>
            </a:r>
          </a:p>
        </p:txBody>
      </p:sp>
      <p:sp>
        <p:nvSpPr>
          <p:cNvPr id="29703" name="文本框 29702"/>
          <p:cNvSpPr txBox="1"/>
          <p:nvPr/>
        </p:nvSpPr>
        <p:spPr>
          <a:xfrm>
            <a:off x="8001000" y="101600"/>
            <a:ext cx="469900" cy="35560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pPr eaLnBrk="1" hangingPunct="1"/>
            <a:r>
              <a:rPr lang="en-US" altLang="zh-CN" sz="2700">
                <a:solidFill>
                  <a:srgbClr val="007977"/>
                </a:solidFill>
                <a:latin typeface="Arial" panose="020B0604020202020204" pitchFamily="34" charset="0"/>
              </a:rPr>
              <a:t> </a:t>
            </a:r>
          </a:p>
          <a:p>
            <a:pPr eaLnBrk="1" hangingPunct="1"/>
            <a:endParaRPr lang="en-US" altLang="zh-CN" sz="2700">
              <a:solidFill>
                <a:srgbClr val="007977"/>
              </a:solidFill>
              <a:latin typeface="Arial" panose="020B0604020202020204" pitchFamily="34" charset="0"/>
            </a:endParaRPr>
          </a:p>
        </p:txBody>
      </p:sp>
      <p:sp>
        <p:nvSpPr>
          <p:cNvPr id="29707" name="文本框 29706"/>
          <p:cNvSpPr txBox="1"/>
          <p:nvPr/>
        </p:nvSpPr>
        <p:spPr>
          <a:xfrm>
            <a:off x="9575800" y="1358900"/>
            <a:ext cx="609600" cy="88900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pPr eaLnBrk="1" hangingPunct="1"/>
            <a:r>
              <a:rPr lang="en-US" altLang="zh-CN" sz="6600">
                <a:solidFill>
                  <a:srgbClr val="003298"/>
                </a:solidFill>
                <a:latin typeface="Arial" panose="020B0604020202020204" pitchFamily="34" charset="0"/>
              </a:rPr>
              <a:t> </a:t>
            </a:r>
          </a:p>
          <a:p>
            <a:pPr eaLnBrk="1" hangingPunct="1"/>
            <a:endParaRPr lang="en-US" altLang="zh-CN" sz="6600">
              <a:solidFill>
                <a:srgbClr val="003298"/>
              </a:solidFill>
              <a:latin typeface="Arial" panose="020B0604020202020204" pitchFamily="34" charset="0"/>
            </a:endParaRPr>
          </a:p>
        </p:txBody>
      </p:sp>
      <p:sp>
        <p:nvSpPr>
          <p:cNvPr id="13" name="文本框 29708"/>
          <p:cNvSpPr txBox="1"/>
          <p:nvPr/>
        </p:nvSpPr>
        <p:spPr>
          <a:xfrm>
            <a:off x="714332" y="2000228"/>
            <a:ext cx="12287336" cy="7294305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lstStyle/>
          <a:p>
            <a:pPr lvl="0"/>
            <a:r>
              <a:rPr lang="zh-CN" altLang="en-US" sz="3600" b="1" dirty="0" smtClean="0"/>
              <a:t>问题</a:t>
            </a:r>
            <a:r>
              <a:rPr lang="en-US" altLang="zh-CN" sz="3600" b="1" dirty="0" smtClean="0"/>
              <a:t>1</a:t>
            </a:r>
            <a:r>
              <a:rPr lang="zh-CN" altLang="en-US" sz="3600" b="1" dirty="0" smtClean="0"/>
              <a:t>：</a:t>
            </a:r>
            <a:r>
              <a:rPr lang="en-US" sz="3600" b="1" dirty="0" smtClean="0"/>
              <a:t>Eclipse</a:t>
            </a:r>
            <a:r>
              <a:rPr lang="zh-CN" altLang="en-US" sz="3600" b="1" dirty="0" smtClean="0"/>
              <a:t>添加</a:t>
            </a:r>
            <a:r>
              <a:rPr lang="en-US" sz="3600" b="1" dirty="0" smtClean="0"/>
              <a:t>tomcat</a:t>
            </a:r>
            <a:r>
              <a:rPr lang="zh-CN" altLang="en-US" sz="3600" b="1" dirty="0" smtClean="0"/>
              <a:t>出现 </a:t>
            </a:r>
            <a:r>
              <a:rPr lang="en-US" sz="3600" b="1" dirty="0" smtClean="0"/>
              <a:t>The Apache Tomcat installation at this directory is version 8.5.6. A Tomcat 8.0 installation is expected.</a:t>
            </a:r>
            <a:endParaRPr lang="zh-CN" altLang="en-US" sz="3600" dirty="0" smtClean="0"/>
          </a:p>
          <a:p>
            <a:r>
              <a:rPr lang="zh-CN" altLang="en-US" sz="3600" dirty="0" smtClean="0"/>
              <a:t>解决办法：</a:t>
            </a:r>
          </a:p>
          <a:p>
            <a:pPr lvl="0"/>
            <a:r>
              <a:rPr lang="en-US" sz="3600" dirty="0" smtClean="0"/>
              <a:t>	</a:t>
            </a:r>
            <a:r>
              <a:rPr lang="zh-CN" altLang="en-US" sz="3600" dirty="0" smtClean="0"/>
              <a:t>打开</a:t>
            </a:r>
            <a:r>
              <a:rPr lang="en-US" sz="3600" dirty="0" smtClean="0"/>
              <a:t>tomcat</a:t>
            </a:r>
            <a:r>
              <a:rPr lang="zh-CN" altLang="en-US" sz="3600" dirty="0" smtClean="0"/>
              <a:t>安装目录：</a:t>
            </a:r>
            <a:r>
              <a:rPr lang="en-US" sz="3600" dirty="0" smtClean="0"/>
              <a:t>apache-tomcat-8.5.6\lib </a:t>
            </a:r>
            <a:r>
              <a:rPr lang="zh-CN" altLang="en-US" sz="3600" dirty="0" smtClean="0"/>
              <a:t>找到</a:t>
            </a:r>
            <a:r>
              <a:rPr lang="en-US" sz="3600" dirty="0" smtClean="0"/>
              <a:t>catalina.jar</a:t>
            </a:r>
            <a:endParaRPr lang="zh-CN" altLang="en-US" sz="3600" dirty="0" smtClean="0"/>
          </a:p>
          <a:p>
            <a:pPr lvl="0"/>
            <a:r>
              <a:rPr lang="en-US" sz="3600" dirty="0" smtClean="0"/>
              <a:t>	</a:t>
            </a:r>
            <a:r>
              <a:rPr lang="zh-CN" altLang="en-US" sz="3600" dirty="0" smtClean="0"/>
              <a:t>用解压缩工具打开</a:t>
            </a:r>
            <a:r>
              <a:rPr lang="en-US" sz="3600" dirty="0" smtClean="0"/>
              <a:t>org/apache/</a:t>
            </a:r>
            <a:r>
              <a:rPr lang="en-US" sz="3600" dirty="0" err="1" smtClean="0"/>
              <a:t>catalina</a:t>
            </a:r>
            <a:r>
              <a:rPr lang="en-US" sz="3600" dirty="0" smtClean="0"/>
              <a:t>/</a:t>
            </a:r>
            <a:r>
              <a:rPr lang="en-US" sz="3600" dirty="0" err="1" smtClean="0"/>
              <a:t>util</a:t>
            </a:r>
            <a:r>
              <a:rPr lang="en-US" sz="3600" dirty="0" smtClean="0"/>
              <a:t>/</a:t>
            </a:r>
            <a:r>
              <a:rPr lang="en-US" sz="3600" dirty="0" err="1" smtClean="0"/>
              <a:t>ServerInfo.properties</a:t>
            </a:r>
            <a:r>
              <a:rPr lang="en-US" sz="3600" dirty="0" smtClean="0"/>
              <a:t> </a:t>
            </a:r>
            <a:endParaRPr lang="zh-CN" altLang="en-US" sz="3600" dirty="0" smtClean="0"/>
          </a:p>
          <a:p>
            <a:pPr lvl="0"/>
            <a:r>
              <a:rPr lang="en-US" sz="3600" dirty="0" smtClean="0"/>
              <a:t>	</a:t>
            </a:r>
            <a:r>
              <a:rPr lang="zh-CN" altLang="en-US" sz="3600" dirty="0" smtClean="0"/>
              <a:t>将：</a:t>
            </a:r>
            <a:r>
              <a:rPr lang="en-US" sz="3600" dirty="0" smtClean="0"/>
              <a:t>server.info=Apache Tomcat/8.5.6</a:t>
            </a:r>
            <a:br>
              <a:rPr lang="en-US" sz="3600" dirty="0" smtClean="0"/>
            </a:br>
            <a:r>
              <a:rPr lang="zh-CN" altLang="en-US" sz="3600" dirty="0" smtClean="0"/>
              <a:t>　　</a:t>
            </a:r>
          </a:p>
          <a:p>
            <a:pPr lvl="0"/>
            <a:r>
              <a:rPr lang="en-US" sz="3600" dirty="0" smtClean="0"/>
              <a:t>	</a:t>
            </a:r>
            <a:r>
              <a:rPr lang="zh-CN" altLang="en-US" sz="3600" dirty="0" smtClean="0"/>
              <a:t>改为：</a:t>
            </a:r>
            <a:r>
              <a:rPr lang="en-US" sz="3600" dirty="0" smtClean="0"/>
              <a:t>server.info=Apache Tomcat/8.0.8.5.6</a:t>
            </a:r>
            <a:br>
              <a:rPr lang="en-US" sz="3600" dirty="0" smtClean="0"/>
            </a:br>
            <a:r>
              <a:rPr lang="zh-CN" altLang="en-US" sz="3600" dirty="0" smtClean="0"/>
              <a:t>　　</a:t>
            </a:r>
            <a:r>
              <a:rPr lang="en-US" sz="3600" dirty="0" smtClean="0"/>
              <a:t/>
            </a:r>
            <a:br>
              <a:rPr lang="en-US" sz="3600" dirty="0" smtClean="0"/>
            </a:br>
            <a:r>
              <a:rPr lang="zh-CN" altLang="en-US" sz="3600" dirty="0" smtClean="0"/>
              <a:t>然后重新添加</a:t>
            </a:r>
            <a:r>
              <a:rPr lang="en-US" sz="3600" dirty="0" smtClean="0"/>
              <a:t>tomcat</a:t>
            </a:r>
            <a:r>
              <a:rPr lang="zh-CN" altLang="en-US" sz="3600" dirty="0" smtClean="0"/>
              <a:t>，完成！ </a:t>
            </a:r>
            <a:endParaRPr lang="zh-CN" altLang="en-US" sz="3600" dirty="0"/>
          </a:p>
        </p:txBody>
      </p:sp>
      <p:sp>
        <p:nvSpPr>
          <p:cNvPr id="8" name="文本框 29704"/>
          <p:cNvSpPr txBox="1"/>
          <p:nvPr/>
        </p:nvSpPr>
        <p:spPr>
          <a:xfrm>
            <a:off x="214266" y="714344"/>
            <a:ext cx="6659590" cy="830997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lstStyle/>
          <a:p>
            <a:pPr eaLnBrk="1" hangingPunct="1"/>
            <a:r>
              <a:rPr lang="en-US" altLang="zh-CN" sz="4800" b="1" dirty="0" smtClean="0">
                <a:solidFill>
                  <a:srgbClr val="003298"/>
                </a:solidFill>
                <a:latin typeface="Arial" panose="020B0604020202020204" pitchFamily="34" charset="0"/>
              </a:rPr>
              <a:t>1.3.2</a:t>
            </a:r>
            <a:r>
              <a:rPr lang="zh-CN" altLang="en-US" sz="4800" b="1" dirty="0" smtClean="0">
                <a:solidFill>
                  <a:srgbClr val="003298"/>
                </a:solidFill>
                <a:latin typeface="宋体" panose="02010600030101010101" pitchFamily="2" charset="-122"/>
              </a:rPr>
              <a:t>开发环境</a:t>
            </a:r>
            <a:r>
              <a:rPr lang="en-US" altLang="zh-CN" sz="4800" b="1" dirty="0" smtClean="0">
                <a:solidFill>
                  <a:srgbClr val="003298"/>
                </a:solidFill>
                <a:latin typeface="Arial" panose="020B0604020202020204" pitchFamily="34" charset="0"/>
              </a:rPr>
              <a:t> </a:t>
            </a:r>
            <a:endParaRPr lang="en-US" altLang="zh-CN" sz="4800" b="1" dirty="0">
              <a:solidFill>
                <a:srgbClr val="003298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02" name="文本框 29701"/>
          <p:cNvSpPr txBox="1"/>
          <p:nvPr/>
        </p:nvSpPr>
        <p:spPr>
          <a:xfrm>
            <a:off x="7658100" y="101600"/>
            <a:ext cx="723900" cy="35560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pPr eaLnBrk="1" hangingPunct="1"/>
            <a:r>
              <a:rPr lang="zh-CN" altLang="en-US" sz="2700">
                <a:solidFill>
                  <a:srgbClr val="007977"/>
                </a:solidFill>
                <a:latin typeface="宋体" panose="02010600030101010101" pitchFamily="2" charset="-122"/>
              </a:rPr>
              <a:t>）</a:t>
            </a:r>
          </a:p>
        </p:txBody>
      </p:sp>
      <p:sp>
        <p:nvSpPr>
          <p:cNvPr id="29703" name="文本框 29702"/>
          <p:cNvSpPr txBox="1"/>
          <p:nvPr/>
        </p:nvSpPr>
        <p:spPr>
          <a:xfrm>
            <a:off x="8001000" y="101600"/>
            <a:ext cx="469900" cy="35560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pPr eaLnBrk="1" hangingPunct="1"/>
            <a:r>
              <a:rPr lang="en-US" altLang="zh-CN" sz="2700">
                <a:solidFill>
                  <a:srgbClr val="007977"/>
                </a:solidFill>
                <a:latin typeface="Arial" panose="020B0604020202020204" pitchFamily="34" charset="0"/>
              </a:rPr>
              <a:t> </a:t>
            </a:r>
          </a:p>
          <a:p>
            <a:pPr eaLnBrk="1" hangingPunct="1"/>
            <a:endParaRPr lang="en-US" altLang="zh-CN" sz="2700">
              <a:solidFill>
                <a:srgbClr val="007977"/>
              </a:solidFill>
              <a:latin typeface="Arial" panose="020B0604020202020204" pitchFamily="34" charset="0"/>
            </a:endParaRPr>
          </a:p>
        </p:txBody>
      </p:sp>
      <p:sp>
        <p:nvSpPr>
          <p:cNvPr id="29707" name="文本框 29706"/>
          <p:cNvSpPr txBox="1"/>
          <p:nvPr/>
        </p:nvSpPr>
        <p:spPr>
          <a:xfrm>
            <a:off x="9575800" y="1358900"/>
            <a:ext cx="609600" cy="88900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pPr eaLnBrk="1" hangingPunct="1"/>
            <a:r>
              <a:rPr lang="en-US" altLang="zh-CN" sz="6600">
                <a:solidFill>
                  <a:srgbClr val="003298"/>
                </a:solidFill>
                <a:latin typeface="Arial" panose="020B0604020202020204" pitchFamily="34" charset="0"/>
              </a:rPr>
              <a:t> </a:t>
            </a:r>
          </a:p>
          <a:p>
            <a:pPr eaLnBrk="1" hangingPunct="1"/>
            <a:endParaRPr lang="en-US" altLang="zh-CN" sz="6600">
              <a:solidFill>
                <a:srgbClr val="003298"/>
              </a:solidFill>
              <a:latin typeface="Arial" panose="020B0604020202020204" pitchFamily="34" charset="0"/>
            </a:endParaRPr>
          </a:p>
        </p:txBody>
      </p:sp>
      <p:sp>
        <p:nvSpPr>
          <p:cNvPr id="13" name="文本框 29708"/>
          <p:cNvSpPr txBox="1"/>
          <p:nvPr/>
        </p:nvSpPr>
        <p:spPr>
          <a:xfrm>
            <a:off x="285704" y="1928790"/>
            <a:ext cx="13215982" cy="7017306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lstStyle/>
          <a:p>
            <a:pPr lvl="0">
              <a:lnSpc>
                <a:spcPct val="150000"/>
              </a:lnSpc>
            </a:pPr>
            <a:r>
              <a:rPr lang="zh-CN" altLang="en-US" sz="3600" b="1" dirty="0" smtClean="0"/>
              <a:t>问题</a:t>
            </a:r>
            <a:r>
              <a:rPr lang="en-US" altLang="zh-CN" sz="3600" b="1" dirty="0" smtClean="0"/>
              <a:t>2</a:t>
            </a:r>
            <a:r>
              <a:rPr lang="zh-CN" altLang="en-US" sz="3600" b="1" dirty="0" smtClean="0"/>
              <a:t>：</a:t>
            </a:r>
            <a:endParaRPr lang="en-US" altLang="zh-CN" sz="3600" b="1" dirty="0" smtClean="0"/>
          </a:p>
          <a:p>
            <a:pPr lvl="0">
              <a:lnSpc>
                <a:spcPct val="150000"/>
              </a:lnSpc>
            </a:pPr>
            <a:r>
              <a:rPr lang="en-US" sz="3600" b="1" dirty="0" smtClean="0"/>
              <a:t> eclipse</a:t>
            </a:r>
            <a:r>
              <a:rPr lang="zh-CN" altLang="en-US" sz="3600" b="1" dirty="0" smtClean="0"/>
              <a:t>创建</a:t>
            </a:r>
            <a:r>
              <a:rPr lang="en-US" sz="3600" b="1" dirty="0" smtClean="0"/>
              <a:t>Dynamic Web Project</a:t>
            </a:r>
            <a:r>
              <a:rPr lang="zh-CN" altLang="en-US" sz="3600" b="1" dirty="0" smtClean="0"/>
              <a:t>时出现错误：</a:t>
            </a:r>
            <a:r>
              <a:rPr lang="en-US" sz="3600" b="1" dirty="0" smtClean="0"/>
              <a:t>Dynamic Web Module 3.0 requires Java 1.6 or newer.</a:t>
            </a:r>
            <a:endParaRPr lang="zh-CN" altLang="en-US" sz="3600" dirty="0" smtClean="0"/>
          </a:p>
          <a:p>
            <a:pPr>
              <a:lnSpc>
                <a:spcPct val="150000"/>
              </a:lnSpc>
            </a:pPr>
            <a:r>
              <a:rPr lang="zh-CN" altLang="en-US" sz="3600" dirty="0" smtClean="0"/>
              <a:t>解决办法：</a:t>
            </a:r>
            <a:r>
              <a:rPr lang="en-US" sz="3600" dirty="0" smtClean="0"/>
              <a:t> </a:t>
            </a:r>
            <a:endParaRPr lang="zh-CN" altLang="en-US" sz="3600" dirty="0" smtClean="0"/>
          </a:p>
          <a:p>
            <a:pPr lvl="0">
              <a:lnSpc>
                <a:spcPct val="150000"/>
              </a:lnSpc>
            </a:pPr>
            <a:r>
              <a:rPr lang="zh-CN" altLang="en-US" sz="3600" dirty="0" smtClean="0"/>
              <a:t>打开</a:t>
            </a:r>
            <a:r>
              <a:rPr lang="en-US" sz="3600" dirty="0" smtClean="0"/>
              <a:t>eclipse</a:t>
            </a:r>
            <a:r>
              <a:rPr lang="zh-CN" altLang="en-US" sz="3600" dirty="0" smtClean="0"/>
              <a:t>工具栏</a:t>
            </a:r>
            <a:r>
              <a:rPr lang="en-US" sz="3600" dirty="0" smtClean="0"/>
              <a:t>window-&gt;preferences</a:t>
            </a:r>
            <a:r>
              <a:rPr lang="zh-CN" altLang="en-US" sz="3600" dirty="0" smtClean="0"/>
              <a:t>；</a:t>
            </a:r>
          </a:p>
          <a:p>
            <a:pPr lvl="0">
              <a:lnSpc>
                <a:spcPct val="150000"/>
              </a:lnSpc>
            </a:pPr>
            <a:r>
              <a:rPr lang="zh-CN" altLang="en-US" sz="3600" dirty="0" smtClean="0"/>
              <a:t>打开</a:t>
            </a:r>
            <a:r>
              <a:rPr lang="en-US" sz="3600" dirty="0" smtClean="0"/>
              <a:t>java-&gt;compiler</a:t>
            </a:r>
            <a:r>
              <a:rPr lang="zh-CN" altLang="en-US" sz="3600" dirty="0" smtClean="0"/>
              <a:t>；</a:t>
            </a:r>
          </a:p>
          <a:p>
            <a:pPr lvl="0">
              <a:lnSpc>
                <a:spcPct val="150000"/>
              </a:lnSpc>
            </a:pPr>
            <a:r>
              <a:rPr lang="zh-CN" altLang="en-US" sz="3600" dirty="0" smtClean="0"/>
              <a:t>选择</a:t>
            </a:r>
            <a:r>
              <a:rPr lang="en-US" sz="3600" dirty="0" smtClean="0"/>
              <a:t>compiler compliance level</a:t>
            </a:r>
            <a:r>
              <a:rPr lang="zh-CN" altLang="en-US" sz="3600" dirty="0" smtClean="0"/>
              <a:t>在</a:t>
            </a:r>
            <a:r>
              <a:rPr lang="en-US" sz="3600" dirty="0" smtClean="0"/>
              <a:t>1.6</a:t>
            </a:r>
            <a:r>
              <a:rPr lang="zh-CN" altLang="en-US" sz="3600" dirty="0" smtClean="0"/>
              <a:t>以上版本（此处选择</a:t>
            </a:r>
            <a:r>
              <a:rPr lang="en-US" sz="3600" dirty="0" smtClean="0"/>
              <a:t>1.8</a:t>
            </a:r>
            <a:r>
              <a:rPr lang="zh-CN" altLang="en-US" sz="3600" dirty="0" smtClean="0"/>
              <a:t>或</a:t>
            </a:r>
            <a:r>
              <a:rPr lang="en-US" altLang="zh-CN" sz="3600" dirty="0" smtClean="0"/>
              <a:t>1.7</a:t>
            </a:r>
            <a:r>
              <a:rPr lang="zh-CN" altLang="en-US" sz="3600" dirty="0" smtClean="0"/>
              <a:t>）；</a:t>
            </a:r>
            <a:r>
              <a:rPr lang="en-US" sz="3600" dirty="0" smtClean="0"/>
              <a:t> </a:t>
            </a:r>
            <a:r>
              <a:rPr lang="zh-CN" altLang="en-US" sz="3600" dirty="0" smtClean="0"/>
              <a:t>点击</a:t>
            </a:r>
            <a:r>
              <a:rPr lang="en-US" sz="3600" dirty="0" smtClean="0"/>
              <a:t>apply and close</a:t>
            </a:r>
            <a:r>
              <a:rPr lang="zh-CN" altLang="en-US" sz="3600" dirty="0" smtClean="0"/>
              <a:t>保存修改，即可</a:t>
            </a:r>
            <a:r>
              <a:rPr lang="zh-CN" altLang="en-US" sz="4800" dirty="0" smtClean="0"/>
              <a:t>。 </a:t>
            </a:r>
            <a:endParaRPr lang="zh-CN" altLang="en-US" sz="4800" dirty="0"/>
          </a:p>
        </p:txBody>
      </p:sp>
      <p:sp>
        <p:nvSpPr>
          <p:cNvPr id="8" name="文本框 29704"/>
          <p:cNvSpPr txBox="1"/>
          <p:nvPr/>
        </p:nvSpPr>
        <p:spPr>
          <a:xfrm>
            <a:off x="214266" y="714344"/>
            <a:ext cx="6659590" cy="830997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lstStyle/>
          <a:p>
            <a:pPr eaLnBrk="1" hangingPunct="1"/>
            <a:r>
              <a:rPr lang="en-US" altLang="zh-CN" sz="4800" b="1" dirty="0" smtClean="0">
                <a:solidFill>
                  <a:srgbClr val="003298"/>
                </a:solidFill>
                <a:latin typeface="Arial" panose="020B0604020202020204" pitchFamily="34" charset="0"/>
              </a:rPr>
              <a:t>1.3.2</a:t>
            </a:r>
            <a:r>
              <a:rPr lang="zh-CN" altLang="en-US" sz="4800" b="1" dirty="0" smtClean="0">
                <a:solidFill>
                  <a:srgbClr val="003298"/>
                </a:solidFill>
                <a:latin typeface="宋体" panose="02010600030101010101" pitchFamily="2" charset="-122"/>
              </a:rPr>
              <a:t>开发环境</a:t>
            </a:r>
            <a:r>
              <a:rPr lang="en-US" altLang="zh-CN" sz="4800" b="1" dirty="0" smtClean="0">
                <a:solidFill>
                  <a:srgbClr val="003298"/>
                </a:solidFill>
                <a:latin typeface="Arial" panose="020B0604020202020204" pitchFamily="34" charset="0"/>
              </a:rPr>
              <a:t> </a:t>
            </a:r>
            <a:endParaRPr lang="en-US" altLang="zh-CN" sz="4800" b="1" dirty="0">
              <a:solidFill>
                <a:srgbClr val="003298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6" name="文本框 30725"/>
          <p:cNvSpPr txBox="1"/>
          <p:nvPr/>
        </p:nvSpPr>
        <p:spPr>
          <a:xfrm>
            <a:off x="7658100" y="101600"/>
            <a:ext cx="723900" cy="35560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pPr eaLnBrk="1" hangingPunct="1"/>
            <a:r>
              <a:rPr lang="zh-CN" altLang="en-US" sz="2700">
                <a:solidFill>
                  <a:srgbClr val="007977"/>
                </a:solidFill>
                <a:latin typeface="宋体" panose="02010600030101010101" pitchFamily="2" charset="-122"/>
              </a:rPr>
              <a:t>）</a:t>
            </a:r>
          </a:p>
        </p:txBody>
      </p:sp>
      <p:sp>
        <p:nvSpPr>
          <p:cNvPr id="30727" name="文本框 30726"/>
          <p:cNvSpPr txBox="1"/>
          <p:nvPr/>
        </p:nvSpPr>
        <p:spPr>
          <a:xfrm>
            <a:off x="8001000" y="101600"/>
            <a:ext cx="469900" cy="35560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pPr eaLnBrk="1" hangingPunct="1"/>
            <a:r>
              <a:rPr lang="en-US" altLang="zh-CN" sz="2700">
                <a:solidFill>
                  <a:srgbClr val="007977"/>
                </a:solidFill>
                <a:latin typeface="Arial" panose="020B0604020202020204" pitchFamily="34" charset="0"/>
              </a:rPr>
              <a:t> </a:t>
            </a:r>
          </a:p>
          <a:p>
            <a:pPr eaLnBrk="1" hangingPunct="1"/>
            <a:endParaRPr lang="en-US" altLang="zh-CN" sz="2700">
              <a:solidFill>
                <a:srgbClr val="007977"/>
              </a:solidFill>
              <a:latin typeface="Arial" panose="020B0604020202020204" pitchFamily="34" charset="0"/>
            </a:endParaRPr>
          </a:p>
        </p:txBody>
      </p:sp>
      <p:sp>
        <p:nvSpPr>
          <p:cNvPr id="30729" name="文本框 30728"/>
          <p:cNvSpPr txBox="1"/>
          <p:nvPr/>
        </p:nvSpPr>
        <p:spPr>
          <a:xfrm>
            <a:off x="2571720" y="1285848"/>
            <a:ext cx="8572560" cy="830997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lstStyle/>
          <a:p>
            <a:pPr eaLnBrk="1" hangingPunct="1"/>
            <a:r>
              <a:rPr lang="en-US" altLang="zh-CN" sz="4800" b="1" dirty="0" smtClean="0">
                <a:solidFill>
                  <a:srgbClr val="003298"/>
                </a:solidFill>
                <a:latin typeface="Arial" panose="020B0604020202020204" pitchFamily="34" charset="0"/>
              </a:rPr>
              <a:t>1.4javaweb</a:t>
            </a:r>
            <a:r>
              <a:rPr lang="zh-CN" altLang="en-US" sz="4800" b="1" dirty="0" smtClean="0">
                <a:solidFill>
                  <a:srgbClr val="003298"/>
                </a:solidFill>
                <a:latin typeface="宋体" panose="02010600030101010101" pitchFamily="2" charset="-122"/>
              </a:rPr>
              <a:t>发展</a:t>
            </a:r>
            <a:r>
              <a:rPr lang="zh-CN" altLang="en-US" sz="4800" b="1" dirty="0" smtClean="0">
                <a:solidFill>
                  <a:srgbClr val="003298"/>
                </a:solidFill>
                <a:latin typeface="宋体" panose="02010600030101010101" pitchFamily="2" charset="-122"/>
              </a:rPr>
              <a:t>历史</a:t>
            </a:r>
            <a:r>
              <a:rPr lang="en-US" altLang="zh-CN" sz="4800" b="1" dirty="0" smtClean="0">
                <a:solidFill>
                  <a:srgbClr val="003298"/>
                </a:solidFill>
                <a:latin typeface="Arial" panose="020B0604020202020204" pitchFamily="34" charset="0"/>
              </a:rPr>
              <a:t> </a:t>
            </a:r>
            <a:endParaRPr lang="en-US" altLang="zh-CN" sz="4800" b="1" dirty="0">
              <a:solidFill>
                <a:srgbClr val="003298"/>
              </a:solidFill>
              <a:latin typeface="Arial" panose="020B0604020202020204" pitchFamily="34" charset="0"/>
            </a:endParaRPr>
          </a:p>
        </p:txBody>
      </p:sp>
      <p:sp>
        <p:nvSpPr>
          <p:cNvPr id="30731" name="文本框 30730"/>
          <p:cNvSpPr txBox="1"/>
          <p:nvPr/>
        </p:nvSpPr>
        <p:spPr>
          <a:xfrm>
            <a:off x="9232900" y="1358900"/>
            <a:ext cx="609600" cy="88900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pPr eaLnBrk="1" hangingPunct="1"/>
            <a:r>
              <a:rPr lang="en-US" altLang="zh-CN" sz="6600">
                <a:solidFill>
                  <a:srgbClr val="003298"/>
                </a:solidFill>
                <a:latin typeface="Arial" panose="020B0604020202020204" pitchFamily="34" charset="0"/>
              </a:rPr>
              <a:t> </a:t>
            </a:r>
          </a:p>
          <a:p>
            <a:pPr eaLnBrk="1" hangingPunct="1"/>
            <a:endParaRPr lang="en-US" altLang="zh-CN" sz="6600">
              <a:solidFill>
                <a:srgbClr val="003298"/>
              </a:solidFill>
              <a:latin typeface="Arial" panose="020B0604020202020204" pitchFamily="34" charset="0"/>
            </a:endParaRPr>
          </a:p>
        </p:txBody>
      </p:sp>
      <p:sp>
        <p:nvSpPr>
          <p:cNvPr id="30732" name="文本框 30731"/>
          <p:cNvSpPr txBox="1"/>
          <p:nvPr/>
        </p:nvSpPr>
        <p:spPr>
          <a:xfrm>
            <a:off x="584200" y="3111500"/>
            <a:ext cx="787400" cy="49530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pPr eaLnBrk="1" hangingPunct="1"/>
            <a:r>
              <a:rPr lang="en-US" altLang="zh-CN" sz="3600">
                <a:solidFill>
                  <a:srgbClr val="DC5800"/>
                </a:solidFill>
                <a:latin typeface="Wingdings" panose="05000000000000000000" pitchFamily="34" charset="0"/>
              </a:rPr>
              <a:t></a:t>
            </a:r>
          </a:p>
        </p:txBody>
      </p:sp>
      <p:sp>
        <p:nvSpPr>
          <p:cNvPr id="30733" name="文本框 30732"/>
          <p:cNvSpPr txBox="1"/>
          <p:nvPr/>
        </p:nvSpPr>
        <p:spPr>
          <a:xfrm>
            <a:off x="1092200" y="2971800"/>
            <a:ext cx="4837106" cy="830997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lstStyle/>
          <a:p>
            <a:pPr eaLnBrk="1" hangingPunct="1"/>
            <a:r>
              <a:rPr lang="en-US" altLang="zh-CN" sz="4800" dirty="0" smtClean="0">
                <a:latin typeface="Arial" panose="020B0604020202020204" pitchFamily="34" charset="0"/>
              </a:rPr>
              <a:t>1.4.1 </a:t>
            </a:r>
            <a:r>
              <a:rPr lang="en-US" altLang="zh-CN" sz="4800" dirty="0" err="1" smtClean="0">
                <a:latin typeface="Arial" panose="020B0604020202020204" pitchFamily="34" charset="0"/>
              </a:rPr>
              <a:t>Servlet</a:t>
            </a:r>
            <a:r>
              <a:rPr lang="zh-CN" altLang="en-US" sz="4800" dirty="0" smtClean="0">
                <a:latin typeface="宋体" panose="02010600030101010101" pitchFamily="2" charset="-122"/>
              </a:rPr>
              <a:t>技术</a:t>
            </a:r>
            <a:endParaRPr lang="en-US" altLang="zh-CN" sz="4800" dirty="0">
              <a:latin typeface="Arial" panose="020B0604020202020204" pitchFamily="34" charset="0"/>
            </a:endParaRPr>
          </a:p>
        </p:txBody>
      </p:sp>
      <p:sp>
        <p:nvSpPr>
          <p:cNvPr id="30736" name="文本框 30735"/>
          <p:cNvSpPr txBox="1"/>
          <p:nvPr/>
        </p:nvSpPr>
        <p:spPr>
          <a:xfrm>
            <a:off x="584200" y="3987800"/>
            <a:ext cx="787400" cy="49530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pPr eaLnBrk="1" hangingPunct="1"/>
            <a:r>
              <a:rPr lang="en-US" altLang="zh-CN" sz="3600">
                <a:solidFill>
                  <a:srgbClr val="DC5800"/>
                </a:solidFill>
                <a:latin typeface="Wingdings" panose="05000000000000000000" pitchFamily="34" charset="0"/>
              </a:rPr>
              <a:t></a:t>
            </a:r>
          </a:p>
        </p:txBody>
      </p:sp>
      <p:sp>
        <p:nvSpPr>
          <p:cNvPr id="30737" name="文本框 30736"/>
          <p:cNvSpPr txBox="1"/>
          <p:nvPr/>
        </p:nvSpPr>
        <p:spPr>
          <a:xfrm>
            <a:off x="1092200" y="3848100"/>
            <a:ext cx="7551750" cy="830997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lstStyle/>
          <a:p>
            <a:pPr eaLnBrk="1" hangingPunct="1"/>
            <a:r>
              <a:rPr lang="en-US" altLang="zh-CN" sz="4800" dirty="0" smtClean="0">
                <a:latin typeface="Arial" panose="020B0604020202020204" pitchFamily="34" charset="0"/>
              </a:rPr>
              <a:t>1.4.2 JSP</a:t>
            </a:r>
            <a:r>
              <a:rPr lang="zh-CN" altLang="en-US" sz="4800" dirty="0" smtClean="0">
                <a:latin typeface="宋体" panose="02010600030101010101" pitchFamily="2" charset="-122"/>
              </a:rPr>
              <a:t>技术</a:t>
            </a:r>
            <a:endParaRPr lang="en-US" altLang="zh-CN" sz="4800" dirty="0">
              <a:latin typeface="Arial" panose="020B0604020202020204" pitchFamily="34" charset="0"/>
            </a:endParaRPr>
          </a:p>
        </p:txBody>
      </p:sp>
      <p:sp>
        <p:nvSpPr>
          <p:cNvPr id="30739" name="文本框 30738"/>
          <p:cNvSpPr txBox="1"/>
          <p:nvPr/>
        </p:nvSpPr>
        <p:spPr>
          <a:xfrm>
            <a:off x="4953000" y="3848100"/>
            <a:ext cx="546100" cy="67310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pPr eaLnBrk="1" hangingPunct="1"/>
            <a:r>
              <a:rPr lang="en-US" altLang="zh-CN" sz="4800">
                <a:solidFill>
                  <a:srgbClr val="007977"/>
                </a:solidFill>
                <a:latin typeface="Arial" panose="020B0604020202020204" pitchFamily="34" charset="0"/>
              </a:rPr>
              <a:t> </a:t>
            </a:r>
          </a:p>
          <a:p>
            <a:pPr eaLnBrk="1" hangingPunct="1"/>
            <a:endParaRPr lang="en-US" altLang="zh-CN" sz="4800">
              <a:solidFill>
                <a:srgbClr val="007977"/>
              </a:solidFill>
              <a:latin typeface="Arial" panose="020B0604020202020204" pitchFamily="34" charset="0"/>
            </a:endParaRPr>
          </a:p>
        </p:txBody>
      </p:sp>
      <p:sp>
        <p:nvSpPr>
          <p:cNvPr id="30740" name="文本框 30739"/>
          <p:cNvSpPr txBox="1"/>
          <p:nvPr/>
        </p:nvSpPr>
        <p:spPr>
          <a:xfrm>
            <a:off x="584200" y="4864100"/>
            <a:ext cx="787400" cy="49530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pPr eaLnBrk="1" hangingPunct="1"/>
            <a:r>
              <a:rPr lang="en-US" altLang="zh-CN" sz="3600">
                <a:solidFill>
                  <a:srgbClr val="DC5800"/>
                </a:solidFill>
                <a:latin typeface="Wingdings" panose="05000000000000000000" pitchFamily="34" charset="0"/>
              </a:rPr>
              <a:t></a:t>
            </a:r>
          </a:p>
        </p:txBody>
      </p:sp>
      <p:sp>
        <p:nvSpPr>
          <p:cNvPr id="30741" name="文本框 30740"/>
          <p:cNvSpPr txBox="1"/>
          <p:nvPr/>
        </p:nvSpPr>
        <p:spPr>
          <a:xfrm>
            <a:off x="1092200" y="4724400"/>
            <a:ext cx="10695022" cy="156966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lstStyle/>
          <a:p>
            <a:pPr eaLnBrk="1" hangingPunct="1"/>
            <a:r>
              <a:rPr lang="en-US" altLang="zh-CN" sz="4800" dirty="0" smtClean="0">
                <a:latin typeface="Arial" panose="020B0604020202020204" pitchFamily="34" charset="0"/>
              </a:rPr>
              <a:t>1.4.3  </a:t>
            </a:r>
            <a:r>
              <a:rPr lang="zh-CN" altLang="en-US" sz="4800" dirty="0" smtClean="0">
                <a:latin typeface="宋体" panose="02010600030101010101" pitchFamily="2" charset="-122"/>
              </a:rPr>
              <a:t>模型</a:t>
            </a:r>
            <a:r>
              <a:rPr lang="en-US" altLang="zh-CN" sz="4800" dirty="0" smtClean="0"/>
              <a:t>1: </a:t>
            </a:r>
            <a:r>
              <a:rPr lang="en-US" altLang="zh-CN" sz="4800" dirty="0" err="1" smtClean="0"/>
              <a:t>JSP+JavaBean</a:t>
            </a:r>
            <a:endParaRPr lang="en-US" altLang="zh-CN" sz="4800" dirty="0" smtClean="0"/>
          </a:p>
          <a:p>
            <a:pPr eaLnBrk="1" hangingPunct="1"/>
            <a:r>
              <a:rPr lang="en-US" altLang="zh-CN" sz="4800" dirty="0" smtClean="0">
                <a:solidFill>
                  <a:srgbClr val="007977"/>
                </a:solidFill>
                <a:latin typeface="Arial" panose="020B0604020202020204" pitchFamily="34" charset="0"/>
              </a:rPr>
              <a:t> </a:t>
            </a:r>
            <a:endParaRPr lang="en-US" altLang="zh-CN" sz="4800" dirty="0">
              <a:solidFill>
                <a:srgbClr val="007977"/>
              </a:solidFill>
              <a:latin typeface="Arial" panose="020B0604020202020204" pitchFamily="34" charset="0"/>
            </a:endParaRPr>
          </a:p>
        </p:txBody>
      </p:sp>
      <p:sp>
        <p:nvSpPr>
          <p:cNvPr id="30746" name="文本框 30745"/>
          <p:cNvSpPr txBox="1"/>
          <p:nvPr/>
        </p:nvSpPr>
        <p:spPr>
          <a:xfrm>
            <a:off x="584200" y="5740400"/>
            <a:ext cx="787400" cy="49530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pPr eaLnBrk="1" hangingPunct="1"/>
            <a:r>
              <a:rPr lang="en-US" altLang="zh-CN" sz="3600">
                <a:solidFill>
                  <a:srgbClr val="DC5800"/>
                </a:solidFill>
                <a:latin typeface="Wingdings" panose="05000000000000000000" pitchFamily="34" charset="0"/>
              </a:rPr>
              <a:t></a:t>
            </a:r>
          </a:p>
        </p:txBody>
      </p:sp>
      <p:sp>
        <p:nvSpPr>
          <p:cNvPr id="30747" name="文本框 30746"/>
          <p:cNvSpPr txBox="1"/>
          <p:nvPr/>
        </p:nvSpPr>
        <p:spPr>
          <a:xfrm>
            <a:off x="1092200" y="5600700"/>
            <a:ext cx="10909336" cy="156966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lstStyle/>
          <a:p>
            <a:pPr eaLnBrk="1" hangingPunct="1"/>
            <a:r>
              <a:rPr lang="en-US" altLang="zh-CN" sz="4800" dirty="0" smtClean="0">
                <a:latin typeface="Arial" panose="020B0604020202020204" pitchFamily="34" charset="0"/>
              </a:rPr>
              <a:t>1.4.4  </a:t>
            </a:r>
            <a:r>
              <a:rPr lang="zh-CN" altLang="en-US" sz="4800" dirty="0" smtClean="0">
                <a:latin typeface="宋体" panose="02010600030101010101" pitchFamily="2" charset="-122"/>
              </a:rPr>
              <a:t>模型</a:t>
            </a:r>
            <a:r>
              <a:rPr lang="en-US" altLang="zh-CN" sz="4800" dirty="0" smtClean="0">
                <a:latin typeface="宋体" panose="02010600030101010101" pitchFamily="2" charset="-122"/>
              </a:rPr>
              <a:t>2:</a:t>
            </a:r>
            <a:r>
              <a:rPr lang="en-US" altLang="zh-CN" sz="4800" dirty="0" smtClean="0"/>
              <a:t>JSP+JavaBean+Servlet</a:t>
            </a:r>
            <a:endParaRPr lang="zh-CN" altLang="en-US" sz="4800" dirty="0" smtClean="0">
              <a:latin typeface="宋体" panose="02010600030101010101" pitchFamily="2" charset="-122"/>
            </a:endParaRPr>
          </a:p>
          <a:p>
            <a:pPr eaLnBrk="1" hangingPunct="1"/>
            <a:r>
              <a:rPr lang="en-US" altLang="zh-CN" sz="4800" dirty="0" smtClean="0">
                <a:solidFill>
                  <a:srgbClr val="007977"/>
                </a:solidFill>
                <a:latin typeface="Arial" panose="020B0604020202020204" pitchFamily="34" charset="0"/>
              </a:rPr>
              <a:t> </a:t>
            </a:r>
            <a:endParaRPr lang="en-US" altLang="zh-CN" sz="4800" dirty="0">
              <a:solidFill>
                <a:srgbClr val="007977"/>
              </a:solidFill>
              <a:latin typeface="Arial" panose="020B0604020202020204" pitchFamily="34" charset="0"/>
            </a:endParaRPr>
          </a:p>
        </p:txBody>
      </p:sp>
      <p:sp>
        <p:nvSpPr>
          <p:cNvPr id="30752" name="文本框 30751"/>
          <p:cNvSpPr txBox="1"/>
          <p:nvPr/>
        </p:nvSpPr>
        <p:spPr>
          <a:xfrm>
            <a:off x="584200" y="6616700"/>
            <a:ext cx="787400" cy="49530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pPr eaLnBrk="1" hangingPunct="1"/>
            <a:r>
              <a:rPr lang="en-US" altLang="zh-CN" sz="3600">
                <a:solidFill>
                  <a:srgbClr val="DC5800"/>
                </a:solidFill>
                <a:latin typeface="Wingdings" panose="05000000000000000000" pitchFamily="34" charset="0"/>
              </a:rPr>
              <a:t></a:t>
            </a:r>
          </a:p>
        </p:txBody>
      </p:sp>
      <p:sp>
        <p:nvSpPr>
          <p:cNvPr id="30753" name="文本框 30752"/>
          <p:cNvSpPr txBox="1"/>
          <p:nvPr/>
        </p:nvSpPr>
        <p:spPr>
          <a:xfrm>
            <a:off x="1092200" y="6477000"/>
            <a:ext cx="7265998" cy="830997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lstStyle/>
          <a:p>
            <a:pPr eaLnBrk="1" hangingPunct="1"/>
            <a:r>
              <a:rPr lang="en-US" altLang="zh-CN" sz="4800" dirty="0" smtClean="0">
                <a:latin typeface="Arial" panose="020B0604020202020204" pitchFamily="34" charset="0"/>
              </a:rPr>
              <a:t>1.4.5  </a:t>
            </a:r>
            <a:r>
              <a:rPr lang="zh-CN" altLang="en-US" sz="4800" dirty="0" smtClean="0">
                <a:latin typeface="宋体" panose="02010600030101010101" pitchFamily="2" charset="-122"/>
              </a:rPr>
              <a:t>框架</a:t>
            </a:r>
            <a:r>
              <a:rPr lang="en-US" altLang="zh-CN" sz="4800" dirty="0" smtClean="0">
                <a:latin typeface="Arial" panose="020B0604020202020204" pitchFamily="34" charset="0"/>
              </a:rPr>
              <a:t> </a:t>
            </a:r>
            <a:endParaRPr lang="en-US" altLang="zh-CN" sz="4800" dirty="0">
              <a:latin typeface="Arial" panose="020B0604020202020204" pitchFamily="34" charset="0"/>
            </a:endParaRPr>
          </a:p>
        </p:txBody>
      </p:sp>
      <p:sp>
        <p:nvSpPr>
          <p:cNvPr id="30759" name="文本框 30758"/>
          <p:cNvSpPr txBox="1"/>
          <p:nvPr/>
        </p:nvSpPr>
        <p:spPr>
          <a:xfrm>
            <a:off x="5676900" y="7366000"/>
            <a:ext cx="546100" cy="67310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pPr eaLnBrk="1" hangingPunct="1"/>
            <a:r>
              <a:rPr lang="en-US" altLang="zh-CN" sz="4800">
                <a:solidFill>
                  <a:srgbClr val="007977"/>
                </a:solidFill>
                <a:latin typeface="Arial" panose="020B0604020202020204" pitchFamily="34" charset="0"/>
              </a:rPr>
              <a:t> </a:t>
            </a:r>
          </a:p>
          <a:p>
            <a:pPr eaLnBrk="1" hangingPunct="1"/>
            <a:endParaRPr lang="en-US" altLang="zh-CN" sz="4800">
              <a:solidFill>
                <a:srgbClr val="007977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50" name="文本框 31749"/>
          <p:cNvSpPr txBox="1"/>
          <p:nvPr/>
        </p:nvSpPr>
        <p:spPr>
          <a:xfrm>
            <a:off x="7658100" y="101600"/>
            <a:ext cx="723900" cy="35560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pPr eaLnBrk="1" hangingPunct="1"/>
            <a:r>
              <a:rPr lang="zh-CN" altLang="en-US" sz="2700">
                <a:solidFill>
                  <a:srgbClr val="007977"/>
                </a:solidFill>
                <a:latin typeface="宋体" panose="02010600030101010101" pitchFamily="2" charset="-122"/>
              </a:rPr>
              <a:t>）</a:t>
            </a:r>
          </a:p>
        </p:txBody>
      </p:sp>
      <p:sp>
        <p:nvSpPr>
          <p:cNvPr id="31751" name="文本框 31750"/>
          <p:cNvSpPr txBox="1"/>
          <p:nvPr/>
        </p:nvSpPr>
        <p:spPr>
          <a:xfrm>
            <a:off x="8001000" y="101600"/>
            <a:ext cx="469900" cy="35560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pPr eaLnBrk="1" hangingPunct="1"/>
            <a:r>
              <a:rPr lang="en-US" altLang="zh-CN" sz="2700">
                <a:solidFill>
                  <a:srgbClr val="007977"/>
                </a:solidFill>
                <a:latin typeface="Arial" panose="020B0604020202020204" pitchFamily="34" charset="0"/>
              </a:rPr>
              <a:t> </a:t>
            </a:r>
          </a:p>
          <a:p>
            <a:pPr eaLnBrk="1" hangingPunct="1"/>
            <a:endParaRPr lang="en-US" altLang="zh-CN" sz="2700">
              <a:solidFill>
                <a:srgbClr val="007977"/>
              </a:solidFill>
              <a:latin typeface="Arial" panose="020B0604020202020204" pitchFamily="34" charset="0"/>
            </a:endParaRPr>
          </a:p>
        </p:txBody>
      </p:sp>
      <p:sp>
        <p:nvSpPr>
          <p:cNvPr id="31753" name="文本框 31752"/>
          <p:cNvSpPr txBox="1"/>
          <p:nvPr/>
        </p:nvSpPr>
        <p:spPr>
          <a:xfrm>
            <a:off x="285704" y="714344"/>
            <a:ext cx="9929882" cy="830997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lstStyle/>
          <a:p>
            <a:pPr eaLnBrk="1" hangingPunct="1"/>
            <a:r>
              <a:rPr lang="en-US" altLang="zh-CN" sz="4800" b="1" dirty="0" smtClean="0">
                <a:solidFill>
                  <a:srgbClr val="003298"/>
                </a:solidFill>
                <a:latin typeface="Arial" panose="020B0604020202020204" pitchFamily="34" charset="0"/>
              </a:rPr>
              <a:t>1.4.1 </a:t>
            </a:r>
            <a:r>
              <a:rPr lang="en-US" altLang="zh-CN" sz="4800" b="1" dirty="0" err="1" smtClean="0">
                <a:solidFill>
                  <a:srgbClr val="003298"/>
                </a:solidFill>
                <a:latin typeface="Arial" panose="020B0604020202020204" pitchFamily="34" charset="0"/>
              </a:rPr>
              <a:t>Servlet</a:t>
            </a:r>
            <a:r>
              <a:rPr lang="zh-CN" altLang="en-US" sz="4800" b="1" dirty="0" smtClean="0">
                <a:solidFill>
                  <a:srgbClr val="003298"/>
                </a:solidFill>
                <a:latin typeface="宋体" panose="02010600030101010101" pitchFamily="2" charset="-122"/>
              </a:rPr>
              <a:t>技术阶段</a:t>
            </a:r>
            <a:endParaRPr lang="en-US" altLang="zh-CN" sz="4800" b="1" dirty="0">
              <a:solidFill>
                <a:srgbClr val="003298"/>
              </a:solidFill>
              <a:latin typeface="Arial" panose="020B0604020202020204" pitchFamily="34" charset="0"/>
            </a:endParaRPr>
          </a:p>
        </p:txBody>
      </p:sp>
      <p:sp>
        <p:nvSpPr>
          <p:cNvPr id="31755" name="文本框 31754"/>
          <p:cNvSpPr txBox="1"/>
          <p:nvPr/>
        </p:nvSpPr>
        <p:spPr>
          <a:xfrm>
            <a:off x="10883900" y="1358900"/>
            <a:ext cx="609600" cy="88900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pPr eaLnBrk="1" hangingPunct="1"/>
            <a:r>
              <a:rPr lang="en-US" altLang="zh-CN" sz="6600">
                <a:solidFill>
                  <a:srgbClr val="003298"/>
                </a:solidFill>
                <a:latin typeface="Arial" panose="020B0604020202020204" pitchFamily="34" charset="0"/>
              </a:rPr>
              <a:t> </a:t>
            </a:r>
          </a:p>
          <a:p>
            <a:pPr eaLnBrk="1" hangingPunct="1"/>
            <a:endParaRPr lang="en-US" altLang="zh-CN" sz="6600">
              <a:solidFill>
                <a:srgbClr val="003298"/>
              </a:solidFill>
              <a:latin typeface="Arial" panose="020B0604020202020204" pitchFamily="34" charset="0"/>
            </a:endParaRPr>
          </a:p>
        </p:txBody>
      </p:sp>
      <p:sp>
        <p:nvSpPr>
          <p:cNvPr id="31757" name="文本框 31756"/>
          <p:cNvSpPr txBox="1"/>
          <p:nvPr/>
        </p:nvSpPr>
        <p:spPr>
          <a:xfrm>
            <a:off x="1142960" y="2285980"/>
            <a:ext cx="12111082" cy="1646733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lstStyle/>
          <a:p>
            <a:pPr eaLnBrk="1" hangingPunct="1">
              <a:lnSpc>
                <a:spcPct val="150000"/>
              </a:lnSpc>
            </a:pPr>
            <a:r>
              <a:rPr lang="en-US" altLang="zh-CN" sz="3600" dirty="0" smtClean="0">
                <a:solidFill>
                  <a:srgbClr val="007977"/>
                </a:solidFill>
                <a:latin typeface="Arial" panose="020B0604020202020204" pitchFamily="34" charset="0"/>
              </a:rPr>
              <a:t>Java</a:t>
            </a:r>
            <a:r>
              <a:rPr lang="zh-CN" altLang="en-US" sz="3600" dirty="0" smtClean="0">
                <a:solidFill>
                  <a:srgbClr val="007977"/>
                </a:solidFill>
                <a:latin typeface="宋体" panose="02010600030101010101" pitchFamily="2" charset="-122"/>
              </a:rPr>
              <a:t>技术中最早的</a:t>
            </a:r>
            <a:r>
              <a:rPr lang="en-US" altLang="zh-CN" sz="3600" dirty="0" smtClean="0">
                <a:solidFill>
                  <a:srgbClr val="007977"/>
                </a:solidFill>
                <a:latin typeface="宋体" panose="02010600030101010101" pitchFamily="2" charset="-122"/>
              </a:rPr>
              <a:t>web</a:t>
            </a:r>
            <a:r>
              <a:rPr lang="zh-CN" altLang="en-US" sz="3600" dirty="0" smtClean="0">
                <a:solidFill>
                  <a:srgbClr val="007977"/>
                </a:solidFill>
                <a:latin typeface="宋体" panose="02010600030101010101" pitchFamily="2" charset="-122"/>
              </a:rPr>
              <a:t>解决方案，页面中的所有信息需要通过输出语句来生成。</a:t>
            </a:r>
            <a:endParaRPr lang="en-US" altLang="zh-CN" sz="3600" dirty="0">
              <a:solidFill>
                <a:srgbClr val="007977"/>
              </a:solidFill>
              <a:latin typeface="Arial" panose="020B0604020202020204" pitchFamily="34" charset="0"/>
            </a:endParaRPr>
          </a:p>
        </p:txBody>
      </p:sp>
      <p:pic>
        <p:nvPicPr>
          <p:cNvPr id="31762" name="图片 3176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643434"/>
            <a:ext cx="13716000" cy="26543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1763" name="文本框 31762"/>
          <p:cNvSpPr txBox="1"/>
          <p:nvPr/>
        </p:nvSpPr>
        <p:spPr>
          <a:xfrm>
            <a:off x="10871200" y="3721100"/>
            <a:ext cx="698500" cy="60960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pPr eaLnBrk="1" hangingPunct="1"/>
            <a:r>
              <a:rPr lang="en-US" altLang="zh-CN" sz="4800">
                <a:solidFill>
                  <a:srgbClr val="007977"/>
                </a:solidFill>
                <a:latin typeface="Arial" panose="020B0604020202020204" pitchFamily="34" charset="0"/>
              </a:rPr>
              <a:t>  </a:t>
            </a:r>
          </a:p>
          <a:p>
            <a:pPr eaLnBrk="1" hangingPunct="1"/>
            <a:endParaRPr lang="en-US" altLang="zh-CN" sz="4800">
              <a:solidFill>
                <a:srgbClr val="007977"/>
              </a:solidFill>
              <a:latin typeface="Arial" panose="020B0604020202020204" pitchFamily="34" charset="0"/>
            </a:endParaRPr>
          </a:p>
        </p:txBody>
      </p:sp>
      <p:sp>
        <p:nvSpPr>
          <p:cNvPr id="31764" name="文本框 31763"/>
          <p:cNvSpPr txBox="1"/>
          <p:nvPr/>
        </p:nvSpPr>
        <p:spPr>
          <a:xfrm>
            <a:off x="4470400" y="9017000"/>
            <a:ext cx="2044700" cy="35560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pPr eaLnBrk="1" hangingPunct="1"/>
            <a:r>
              <a:rPr lang="en-US" altLang="zh-CN" sz="2700">
                <a:solidFill>
                  <a:srgbClr val="007977"/>
                </a:solidFill>
                <a:latin typeface="Arial" panose="020B0604020202020204" pitchFamily="34" charset="0"/>
              </a:rPr>
              <a:t>HelloWorld</a:t>
            </a:r>
          </a:p>
        </p:txBody>
      </p:sp>
      <p:sp>
        <p:nvSpPr>
          <p:cNvPr id="31765" name="文本框 31764"/>
          <p:cNvSpPr txBox="1"/>
          <p:nvPr/>
        </p:nvSpPr>
        <p:spPr>
          <a:xfrm>
            <a:off x="6134100" y="9017000"/>
            <a:ext cx="723900" cy="35560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pPr eaLnBrk="1" hangingPunct="1"/>
            <a:r>
              <a:rPr lang="zh-CN" altLang="en-US" sz="2700">
                <a:solidFill>
                  <a:srgbClr val="007977"/>
                </a:solidFill>
                <a:latin typeface="宋体" panose="02010600030101010101" pitchFamily="2" charset="-122"/>
              </a:rPr>
              <a:t>！</a:t>
            </a:r>
          </a:p>
        </p:txBody>
      </p:sp>
      <p:pic>
        <p:nvPicPr>
          <p:cNvPr id="31766" name="图片 3176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00600" y="7315200"/>
            <a:ext cx="1270000" cy="14986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1767" name="文本框 31766"/>
          <p:cNvSpPr txBox="1"/>
          <p:nvPr/>
        </p:nvSpPr>
        <p:spPr>
          <a:xfrm>
            <a:off x="6477000" y="9017000"/>
            <a:ext cx="469900" cy="35560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pPr eaLnBrk="1" hangingPunct="1"/>
            <a:r>
              <a:rPr lang="en-US" altLang="zh-CN" sz="2700">
                <a:solidFill>
                  <a:srgbClr val="007977"/>
                </a:solidFill>
                <a:latin typeface="Arial" panose="020B0604020202020204" pitchFamily="34" charset="0"/>
              </a:rPr>
              <a:t> </a:t>
            </a:r>
          </a:p>
          <a:p>
            <a:pPr eaLnBrk="1" hangingPunct="1"/>
            <a:endParaRPr lang="en-US" altLang="zh-CN" sz="2700">
              <a:solidFill>
                <a:srgbClr val="007977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4" name="文本框 32773"/>
          <p:cNvSpPr txBox="1"/>
          <p:nvPr/>
        </p:nvSpPr>
        <p:spPr>
          <a:xfrm>
            <a:off x="7658100" y="101600"/>
            <a:ext cx="723900" cy="35560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pPr eaLnBrk="1" hangingPunct="1"/>
            <a:r>
              <a:rPr lang="zh-CN" altLang="en-US" sz="2700">
                <a:solidFill>
                  <a:srgbClr val="007977"/>
                </a:solidFill>
                <a:latin typeface="宋体" panose="02010600030101010101" pitchFamily="2" charset="-122"/>
              </a:rPr>
              <a:t>）</a:t>
            </a:r>
          </a:p>
        </p:txBody>
      </p:sp>
      <p:sp>
        <p:nvSpPr>
          <p:cNvPr id="32775" name="文本框 32774"/>
          <p:cNvSpPr txBox="1"/>
          <p:nvPr/>
        </p:nvSpPr>
        <p:spPr>
          <a:xfrm>
            <a:off x="8001000" y="101600"/>
            <a:ext cx="469900" cy="35560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pPr eaLnBrk="1" hangingPunct="1"/>
            <a:r>
              <a:rPr lang="en-US" altLang="zh-CN" sz="2700">
                <a:solidFill>
                  <a:srgbClr val="007977"/>
                </a:solidFill>
                <a:latin typeface="Arial" panose="020B0604020202020204" pitchFamily="34" charset="0"/>
              </a:rPr>
              <a:t> </a:t>
            </a:r>
          </a:p>
          <a:p>
            <a:pPr eaLnBrk="1" hangingPunct="1"/>
            <a:endParaRPr lang="en-US" altLang="zh-CN" sz="2700">
              <a:solidFill>
                <a:srgbClr val="007977"/>
              </a:solidFill>
              <a:latin typeface="Arial" panose="020B0604020202020204" pitchFamily="34" charset="0"/>
            </a:endParaRPr>
          </a:p>
        </p:txBody>
      </p:sp>
      <p:sp>
        <p:nvSpPr>
          <p:cNvPr id="32777" name="文本框 32776"/>
          <p:cNvSpPr txBox="1"/>
          <p:nvPr/>
        </p:nvSpPr>
        <p:spPr>
          <a:xfrm>
            <a:off x="428580" y="857220"/>
            <a:ext cx="9967954" cy="830997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lstStyle/>
          <a:p>
            <a:pPr eaLnBrk="1" hangingPunct="1"/>
            <a:r>
              <a:rPr lang="en-US" altLang="zh-CN" sz="4800" b="1" dirty="0" smtClean="0">
                <a:solidFill>
                  <a:srgbClr val="003298"/>
                </a:solidFill>
                <a:latin typeface="Arial" panose="020B0604020202020204" pitchFamily="34" charset="0"/>
              </a:rPr>
              <a:t>1.4.1 </a:t>
            </a:r>
            <a:r>
              <a:rPr lang="en-US" altLang="zh-CN" sz="4800" b="1" dirty="0" err="1" smtClean="0">
                <a:solidFill>
                  <a:srgbClr val="003298"/>
                </a:solidFill>
                <a:latin typeface="Arial" panose="020B0604020202020204" pitchFamily="34" charset="0"/>
              </a:rPr>
              <a:t>Servlet</a:t>
            </a:r>
            <a:r>
              <a:rPr lang="zh-CN" altLang="en-US" sz="4800" b="1" dirty="0" smtClean="0">
                <a:solidFill>
                  <a:srgbClr val="003298"/>
                </a:solidFill>
                <a:latin typeface="宋体" panose="02010600030101010101" pitchFamily="2" charset="-122"/>
              </a:rPr>
              <a:t>技术阶段</a:t>
            </a:r>
            <a:endParaRPr lang="en-US" altLang="zh-CN" sz="4800" b="1" dirty="0">
              <a:solidFill>
                <a:srgbClr val="003298"/>
              </a:solidFill>
              <a:latin typeface="Arial" panose="020B0604020202020204" pitchFamily="34" charset="0"/>
            </a:endParaRPr>
          </a:p>
        </p:txBody>
      </p:sp>
      <p:sp>
        <p:nvSpPr>
          <p:cNvPr id="32779" name="文本框 32778"/>
          <p:cNvSpPr txBox="1"/>
          <p:nvPr/>
        </p:nvSpPr>
        <p:spPr>
          <a:xfrm>
            <a:off x="10883900" y="1358900"/>
            <a:ext cx="609600" cy="88900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pPr eaLnBrk="1" hangingPunct="1"/>
            <a:r>
              <a:rPr lang="en-US" altLang="zh-CN" sz="6600">
                <a:solidFill>
                  <a:srgbClr val="003298"/>
                </a:solidFill>
                <a:latin typeface="Arial" panose="020B0604020202020204" pitchFamily="34" charset="0"/>
              </a:rPr>
              <a:t> </a:t>
            </a:r>
          </a:p>
          <a:p>
            <a:pPr eaLnBrk="1" hangingPunct="1"/>
            <a:endParaRPr lang="en-US" altLang="zh-CN" sz="6600">
              <a:solidFill>
                <a:srgbClr val="003298"/>
              </a:solidFill>
              <a:latin typeface="Arial" panose="020B0604020202020204" pitchFamily="34" charset="0"/>
            </a:endParaRPr>
          </a:p>
        </p:txBody>
      </p:sp>
      <p:sp>
        <p:nvSpPr>
          <p:cNvPr id="32780" name="文本框 32779"/>
          <p:cNvSpPr txBox="1"/>
          <p:nvPr/>
        </p:nvSpPr>
        <p:spPr>
          <a:xfrm>
            <a:off x="584200" y="3111500"/>
            <a:ext cx="787400" cy="49530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pPr eaLnBrk="1" hangingPunct="1"/>
            <a:r>
              <a:rPr lang="en-US" altLang="zh-CN" sz="3600">
                <a:solidFill>
                  <a:srgbClr val="DC5800"/>
                </a:solidFill>
                <a:latin typeface="Wingdings" panose="05000000000000000000" pitchFamily="34" charset="0"/>
              </a:rPr>
              <a:t></a:t>
            </a:r>
          </a:p>
        </p:txBody>
      </p:sp>
      <p:sp>
        <p:nvSpPr>
          <p:cNvPr id="32781" name="文本框 32780"/>
          <p:cNvSpPr txBox="1"/>
          <p:nvPr/>
        </p:nvSpPr>
        <p:spPr>
          <a:xfrm>
            <a:off x="1104900" y="2971800"/>
            <a:ext cx="1600200" cy="830997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pPr eaLnBrk="1" hangingPunct="1"/>
            <a:r>
              <a:rPr lang="zh-CN" altLang="en-US" sz="4800" dirty="0">
                <a:latin typeface="宋体" panose="02010600030101010101" pitchFamily="2" charset="-122"/>
              </a:rPr>
              <a:t>优点</a:t>
            </a:r>
          </a:p>
        </p:txBody>
      </p:sp>
      <p:sp>
        <p:nvSpPr>
          <p:cNvPr id="32782" name="文本框 32781"/>
          <p:cNvSpPr txBox="1"/>
          <p:nvPr/>
        </p:nvSpPr>
        <p:spPr>
          <a:xfrm>
            <a:off x="2324100" y="2971800"/>
            <a:ext cx="546100" cy="67310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pPr eaLnBrk="1" hangingPunct="1"/>
            <a:r>
              <a:rPr lang="en-US" altLang="zh-CN" sz="4800">
                <a:solidFill>
                  <a:srgbClr val="007977"/>
                </a:solidFill>
                <a:latin typeface="Arial" panose="020B0604020202020204" pitchFamily="34" charset="0"/>
              </a:rPr>
              <a:t> </a:t>
            </a:r>
          </a:p>
          <a:p>
            <a:pPr eaLnBrk="1" hangingPunct="1"/>
            <a:endParaRPr lang="en-US" altLang="zh-CN" sz="4800">
              <a:solidFill>
                <a:srgbClr val="007977"/>
              </a:solidFill>
              <a:latin typeface="Arial" panose="020B0604020202020204" pitchFamily="34" charset="0"/>
            </a:endParaRPr>
          </a:p>
        </p:txBody>
      </p:sp>
      <p:sp>
        <p:nvSpPr>
          <p:cNvPr id="32783" name="文本框 32782"/>
          <p:cNvSpPr txBox="1"/>
          <p:nvPr/>
        </p:nvSpPr>
        <p:spPr>
          <a:xfrm>
            <a:off x="1270000" y="3898900"/>
            <a:ext cx="825500" cy="49530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pPr eaLnBrk="1" hangingPunct="1"/>
            <a:r>
              <a:rPr lang="en-US" altLang="zh-CN" sz="3500">
                <a:solidFill>
                  <a:srgbClr val="3265FF"/>
                </a:solidFill>
                <a:latin typeface="Wingdings" panose="05000000000000000000" pitchFamily="34" charset="0"/>
              </a:rPr>
              <a:t></a:t>
            </a:r>
          </a:p>
        </p:txBody>
      </p:sp>
      <p:sp>
        <p:nvSpPr>
          <p:cNvPr id="32784" name="文本框 32783"/>
          <p:cNvSpPr txBox="1"/>
          <p:nvPr/>
        </p:nvSpPr>
        <p:spPr>
          <a:xfrm>
            <a:off x="1727200" y="3822700"/>
            <a:ext cx="3916354" cy="1354217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lstStyle/>
          <a:p>
            <a:pPr eaLnBrk="1" hangingPunct="1"/>
            <a:r>
              <a:rPr lang="zh-CN" altLang="en-US" sz="4100" dirty="0" smtClean="0">
                <a:solidFill>
                  <a:srgbClr val="007977"/>
                </a:solidFill>
                <a:latin typeface="宋体" panose="02010600030101010101" pitchFamily="2" charset="-122"/>
              </a:rPr>
              <a:t>纯</a:t>
            </a:r>
            <a:r>
              <a:rPr lang="en-US" altLang="zh-CN" sz="4100" dirty="0" smtClean="0">
                <a:solidFill>
                  <a:srgbClr val="007977"/>
                </a:solidFill>
              </a:rPr>
              <a:t>Java</a:t>
            </a:r>
          </a:p>
          <a:p>
            <a:pPr eaLnBrk="1" hangingPunct="1"/>
            <a:endParaRPr lang="zh-CN" altLang="en-US" sz="4100" dirty="0">
              <a:solidFill>
                <a:srgbClr val="007977"/>
              </a:solidFill>
              <a:latin typeface="宋体" panose="02010600030101010101" pitchFamily="2" charset="-122"/>
            </a:endParaRPr>
          </a:p>
        </p:txBody>
      </p:sp>
      <p:sp>
        <p:nvSpPr>
          <p:cNvPr id="32786" name="文本框 32785"/>
          <p:cNvSpPr txBox="1"/>
          <p:nvPr/>
        </p:nvSpPr>
        <p:spPr>
          <a:xfrm>
            <a:off x="1270000" y="4660900"/>
            <a:ext cx="825500" cy="49530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pPr eaLnBrk="1" hangingPunct="1"/>
            <a:r>
              <a:rPr lang="en-US" altLang="zh-CN" sz="3500" dirty="0">
                <a:solidFill>
                  <a:srgbClr val="3265FF"/>
                </a:solidFill>
                <a:latin typeface="Wingdings" panose="05000000000000000000" pitchFamily="34" charset="0"/>
              </a:rPr>
              <a:t></a:t>
            </a:r>
          </a:p>
        </p:txBody>
      </p:sp>
      <p:sp>
        <p:nvSpPr>
          <p:cNvPr id="32787" name="文本框 32786"/>
          <p:cNvSpPr txBox="1"/>
          <p:nvPr/>
        </p:nvSpPr>
        <p:spPr>
          <a:xfrm>
            <a:off x="1727200" y="4597400"/>
            <a:ext cx="3035300" cy="58420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pPr eaLnBrk="1" hangingPunct="1"/>
            <a:r>
              <a:rPr lang="zh-CN" altLang="en-US" sz="4100" dirty="0">
                <a:solidFill>
                  <a:srgbClr val="007977"/>
                </a:solidFill>
                <a:latin typeface="宋体" panose="02010600030101010101" pitchFamily="2" charset="-122"/>
              </a:rPr>
              <a:t>执行速度快</a:t>
            </a:r>
          </a:p>
        </p:txBody>
      </p:sp>
      <p:sp>
        <p:nvSpPr>
          <p:cNvPr id="32788" name="文本框 32787"/>
          <p:cNvSpPr txBox="1"/>
          <p:nvPr/>
        </p:nvSpPr>
        <p:spPr>
          <a:xfrm>
            <a:off x="4394200" y="4597400"/>
            <a:ext cx="520700" cy="58420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pPr eaLnBrk="1" hangingPunct="1"/>
            <a:r>
              <a:rPr lang="en-US" altLang="zh-CN" sz="4100">
                <a:solidFill>
                  <a:srgbClr val="007977"/>
                </a:solidFill>
                <a:latin typeface="Arial" panose="020B0604020202020204" pitchFamily="34" charset="0"/>
              </a:rPr>
              <a:t> </a:t>
            </a:r>
          </a:p>
          <a:p>
            <a:pPr eaLnBrk="1" hangingPunct="1"/>
            <a:endParaRPr lang="en-US" altLang="zh-CN" sz="4100">
              <a:solidFill>
                <a:srgbClr val="007977"/>
              </a:solidFill>
              <a:latin typeface="Arial" panose="020B0604020202020204" pitchFamily="34" charset="0"/>
            </a:endParaRPr>
          </a:p>
        </p:txBody>
      </p:sp>
      <p:sp>
        <p:nvSpPr>
          <p:cNvPr id="32789" name="文本框 32788"/>
          <p:cNvSpPr txBox="1"/>
          <p:nvPr/>
        </p:nvSpPr>
        <p:spPr>
          <a:xfrm>
            <a:off x="584200" y="5524500"/>
            <a:ext cx="787400" cy="49530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pPr eaLnBrk="1" hangingPunct="1"/>
            <a:r>
              <a:rPr lang="en-US" altLang="zh-CN" sz="3600">
                <a:solidFill>
                  <a:srgbClr val="DC5800"/>
                </a:solidFill>
                <a:latin typeface="Wingdings" panose="05000000000000000000" pitchFamily="34" charset="0"/>
              </a:rPr>
              <a:t></a:t>
            </a:r>
          </a:p>
        </p:txBody>
      </p:sp>
      <p:sp>
        <p:nvSpPr>
          <p:cNvPr id="32790" name="文本框 32789"/>
          <p:cNvSpPr txBox="1"/>
          <p:nvPr/>
        </p:nvSpPr>
        <p:spPr>
          <a:xfrm>
            <a:off x="1104900" y="5384800"/>
            <a:ext cx="1600200" cy="830997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pPr eaLnBrk="1" hangingPunct="1"/>
            <a:r>
              <a:rPr lang="zh-CN" altLang="en-US" sz="4800" dirty="0">
                <a:latin typeface="宋体" panose="02010600030101010101" pitchFamily="2" charset="-122"/>
              </a:rPr>
              <a:t>缺点</a:t>
            </a:r>
          </a:p>
        </p:txBody>
      </p:sp>
      <p:sp>
        <p:nvSpPr>
          <p:cNvPr id="32792" name="文本框 32791"/>
          <p:cNvSpPr txBox="1"/>
          <p:nvPr/>
        </p:nvSpPr>
        <p:spPr>
          <a:xfrm>
            <a:off x="1270000" y="6311900"/>
            <a:ext cx="825500" cy="49530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pPr eaLnBrk="1" hangingPunct="1"/>
            <a:r>
              <a:rPr lang="en-US" altLang="zh-CN" sz="3500">
                <a:solidFill>
                  <a:srgbClr val="3265FF"/>
                </a:solidFill>
                <a:latin typeface="Wingdings" panose="05000000000000000000" pitchFamily="34" charset="0"/>
              </a:rPr>
              <a:t></a:t>
            </a:r>
          </a:p>
        </p:txBody>
      </p:sp>
      <p:sp>
        <p:nvSpPr>
          <p:cNvPr id="32793" name="文本框 32792"/>
          <p:cNvSpPr txBox="1"/>
          <p:nvPr/>
        </p:nvSpPr>
        <p:spPr>
          <a:xfrm>
            <a:off x="1727200" y="6235700"/>
            <a:ext cx="10131460" cy="1354217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lstStyle/>
          <a:p>
            <a:pPr eaLnBrk="1" hangingPunct="1"/>
            <a:r>
              <a:rPr lang="zh-CN" altLang="en-US" sz="4100" dirty="0">
                <a:solidFill>
                  <a:srgbClr val="007977"/>
                </a:solidFill>
                <a:latin typeface="宋体" panose="02010600030101010101" pitchFamily="2" charset="-122"/>
              </a:rPr>
              <a:t>实现</a:t>
            </a:r>
            <a:r>
              <a:rPr lang="zh-CN" altLang="en-US" sz="4100" dirty="0" smtClean="0">
                <a:solidFill>
                  <a:srgbClr val="007977"/>
                </a:solidFill>
                <a:latin typeface="宋体" panose="02010600030101010101" pitchFamily="2" charset="-122"/>
              </a:rPr>
              <a:t>输入</a:t>
            </a:r>
            <a:r>
              <a:rPr lang="en-US" altLang="zh-CN" sz="4100" dirty="0" smtClean="0">
                <a:solidFill>
                  <a:srgbClr val="007977"/>
                </a:solidFill>
                <a:latin typeface="宋体" panose="02010600030101010101" pitchFamily="2" charset="-122"/>
              </a:rPr>
              <a:t>/</a:t>
            </a:r>
            <a:r>
              <a:rPr lang="zh-CN" altLang="en-US" sz="4100" dirty="0" smtClean="0">
                <a:solidFill>
                  <a:srgbClr val="007977"/>
                </a:solidFill>
                <a:latin typeface="宋体" panose="02010600030101010101" pitchFamily="2" charset="-122"/>
              </a:rPr>
              <a:t>输出功能的时候效率比较低</a:t>
            </a:r>
          </a:p>
          <a:p>
            <a:pPr eaLnBrk="1" hangingPunct="1"/>
            <a:endParaRPr lang="zh-CN" altLang="en-US" sz="4100" dirty="0">
              <a:solidFill>
                <a:srgbClr val="007977"/>
              </a:solidFill>
              <a:latin typeface="宋体" panose="02010600030101010101" pitchFamily="2" charset="-122"/>
            </a:endParaRPr>
          </a:p>
        </p:txBody>
      </p:sp>
      <p:sp>
        <p:nvSpPr>
          <p:cNvPr id="32796" name="文本框 32795"/>
          <p:cNvSpPr txBox="1"/>
          <p:nvPr/>
        </p:nvSpPr>
        <p:spPr>
          <a:xfrm>
            <a:off x="10401300" y="6235700"/>
            <a:ext cx="520700" cy="58420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pPr eaLnBrk="1" hangingPunct="1"/>
            <a:r>
              <a:rPr lang="en-US" altLang="zh-CN" sz="4100">
                <a:solidFill>
                  <a:srgbClr val="007977"/>
                </a:solidFill>
                <a:latin typeface="Arial" panose="020B0604020202020204" pitchFamily="34" charset="0"/>
              </a:rPr>
              <a:t> </a:t>
            </a:r>
          </a:p>
          <a:p>
            <a:pPr eaLnBrk="1" hangingPunct="1"/>
            <a:endParaRPr lang="en-US" altLang="zh-CN" sz="4100">
              <a:solidFill>
                <a:srgbClr val="007977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8" name="文本框 33797"/>
          <p:cNvSpPr txBox="1"/>
          <p:nvPr/>
        </p:nvSpPr>
        <p:spPr>
          <a:xfrm>
            <a:off x="7658100" y="101600"/>
            <a:ext cx="723900" cy="35560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pPr eaLnBrk="1" hangingPunct="1"/>
            <a:r>
              <a:rPr lang="zh-CN" altLang="en-US" sz="2700">
                <a:solidFill>
                  <a:srgbClr val="007977"/>
                </a:solidFill>
                <a:latin typeface="宋体" panose="02010600030101010101" pitchFamily="2" charset="-122"/>
              </a:rPr>
              <a:t>）</a:t>
            </a:r>
          </a:p>
        </p:txBody>
      </p:sp>
      <p:sp>
        <p:nvSpPr>
          <p:cNvPr id="33799" name="文本框 33798"/>
          <p:cNvSpPr txBox="1"/>
          <p:nvPr/>
        </p:nvSpPr>
        <p:spPr>
          <a:xfrm>
            <a:off x="8001000" y="101600"/>
            <a:ext cx="469900" cy="35560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pPr eaLnBrk="1" hangingPunct="1"/>
            <a:r>
              <a:rPr lang="en-US" altLang="zh-CN" sz="2700">
                <a:solidFill>
                  <a:srgbClr val="007977"/>
                </a:solidFill>
                <a:latin typeface="Arial" panose="020B0604020202020204" pitchFamily="34" charset="0"/>
              </a:rPr>
              <a:t> </a:t>
            </a:r>
          </a:p>
          <a:p>
            <a:pPr eaLnBrk="1" hangingPunct="1"/>
            <a:endParaRPr lang="en-US" altLang="zh-CN" sz="2700">
              <a:solidFill>
                <a:srgbClr val="007977"/>
              </a:solidFill>
              <a:latin typeface="Arial" panose="020B0604020202020204" pitchFamily="34" charset="0"/>
            </a:endParaRPr>
          </a:p>
        </p:txBody>
      </p:sp>
      <p:sp>
        <p:nvSpPr>
          <p:cNvPr id="33800" name="文本框 33799"/>
          <p:cNvSpPr txBox="1"/>
          <p:nvPr/>
        </p:nvSpPr>
        <p:spPr>
          <a:xfrm>
            <a:off x="0" y="857220"/>
            <a:ext cx="9363116" cy="830997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lstStyle/>
          <a:p>
            <a:pPr eaLnBrk="1" hangingPunct="1"/>
            <a:r>
              <a:rPr lang="en-US" altLang="zh-CN" sz="4800" b="1" dirty="0" smtClean="0">
                <a:solidFill>
                  <a:srgbClr val="003298"/>
                </a:solidFill>
                <a:latin typeface="Arial" panose="020B0604020202020204" pitchFamily="34" charset="0"/>
              </a:rPr>
              <a:t>1.4.2 JSP</a:t>
            </a:r>
            <a:r>
              <a:rPr lang="zh-CN" altLang="en-US" sz="4800" b="1" dirty="0" smtClean="0">
                <a:solidFill>
                  <a:srgbClr val="003298"/>
                </a:solidFill>
                <a:latin typeface="宋体" panose="02010600030101010101" pitchFamily="2" charset="-122"/>
              </a:rPr>
              <a:t>技术阶段</a:t>
            </a:r>
            <a:endParaRPr lang="en-US" altLang="zh-CN" sz="4800" b="1" dirty="0">
              <a:solidFill>
                <a:srgbClr val="003298"/>
              </a:solidFill>
              <a:latin typeface="Arial" panose="020B0604020202020204" pitchFamily="34" charset="0"/>
            </a:endParaRPr>
          </a:p>
        </p:txBody>
      </p:sp>
      <p:sp>
        <p:nvSpPr>
          <p:cNvPr id="33804" name="文本框 33803"/>
          <p:cNvSpPr txBox="1"/>
          <p:nvPr/>
        </p:nvSpPr>
        <p:spPr>
          <a:xfrm>
            <a:off x="1071522" y="2214542"/>
            <a:ext cx="12123782" cy="830997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lstStyle/>
          <a:p>
            <a:pPr eaLnBrk="1" hangingPunct="1">
              <a:buFont typeface="Wingdings" pitchFamily="2" charset="2"/>
              <a:buChar char="u"/>
            </a:pPr>
            <a:r>
              <a:rPr lang="en-US" altLang="zh-CN" sz="4800" dirty="0" smtClean="0">
                <a:solidFill>
                  <a:srgbClr val="007977"/>
                </a:solidFill>
                <a:latin typeface="Arial" panose="020B0604020202020204" pitchFamily="34" charset="0"/>
              </a:rPr>
              <a:t>JSP</a:t>
            </a:r>
            <a:r>
              <a:rPr lang="zh-CN" altLang="en-US" sz="4800" dirty="0" smtClean="0">
                <a:solidFill>
                  <a:srgbClr val="007977"/>
                </a:solidFill>
                <a:latin typeface="宋体" panose="02010600030101010101" pitchFamily="2" charset="-122"/>
              </a:rPr>
              <a:t>技术的目标是快速开发网站</a:t>
            </a:r>
            <a:endParaRPr lang="en-US" altLang="zh-CN" sz="4800" dirty="0">
              <a:solidFill>
                <a:srgbClr val="007977"/>
              </a:solidFill>
              <a:latin typeface="Arial" panose="020B0604020202020204" pitchFamily="34" charset="0"/>
            </a:endParaRPr>
          </a:p>
        </p:txBody>
      </p:sp>
      <p:sp>
        <p:nvSpPr>
          <p:cNvPr id="33808" name="文本框 33807"/>
          <p:cNvSpPr txBox="1"/>
          <p:nvPr/>
        </p:nvSpPr>
        <p:spPr>
          <a:xfrm>
            <a:off x="1071522" y="3195624"/>
            <a:ext cx="12409534" cy="830997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lstStyle/>
          <a:p>
            <a:pPr eaLnBrk="1" hangingPunct="1">
              <a:buFont typeface="Wingdings" pitchFamily="2" charset="2"/>
              <a:buChar char="u"/>
            </a:pPr>
            <a:r>
              <a:rPr lang="zh-CN" altLang="en-US" sz="4800" dirty="0">
                <a:solidFill>
                  <a:srgbClr val="007977"/>
                </a:solidFill>
                <a:latin typeface="宋体" panose="02010600030101010101" pitchFamily="2" charset="-122"/>
              </a:rPr>
              <a:t>在网页中</a:t>
            </a:r>
            <a:r>
              <a:rPr lang="zh-CN" altLang="en-US" sz="4800" dirty="0" smtClean="0">
                <a:solidFill>
                  <a:srgbClr val="007977"/>
                </a:solidFill>
                <a:latin typeface="宋体" panose="02010600030101010101" pitchFamily="2" charset="-122"/>
              </a:rPr>
              <a:t>嵌入</a:t>
            </a:r>
            <a:r>
              <a:rPr lang="en-US" altLang="zh-CN" sz="4800" dirty="0" smtClean="0">
                <a:solidFill>
                  <a:srgbClr val="007977"/>
                </a:solidFill>
                <a:latin typeface="宋体" panose="02010600030101010101" pitchFamily="2" charset="-122"/>
              </a:rPr>
              <a:t>java</a:t>
            </a:r>
            <a:r>
              <a:rPr lang="zh-CN" altLang="en-US" sz="4800" dirty="0" smtClean="0">
                <a:solidFill>
                  <a:srgbClr val="007977"/>
                </a:solidFill>
                <a:latin typeface="宋体" panose="02010600030101010101" pitchFamily="2" charset="-122"/>
              </a:rPr>
              <a:t>代码完成网站</a:t>
            </a:r>
            <a:endParaRPr lang="zh-CN" altLang="en-US" sz="4800" dirty="0">
              <a:solidFill>
                <a:srgbClr val="007977"/>
              </a:solidFill>
              <a:latin typeface="宋体" panose="02010600030101010101" pitchFamily="2" charset="-122"/>
            </a:endParaRPr>
          </a:p>
        </p:txBody>
      </p:sp>
      <p:sp>
        <p:nvSpPr>
          <p:cNvPr id="33813" name="文本框 33812"/>
          <p:cNvSpPr txBox="1"/>
          <p:nvPr/>
        </p:nvSpPr>
        <p:spPr>
          <a:xfrm>
            <a:off x="1357274" y="4357682"/>
            <a:ext cx="12073022" cy="830997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lstStyle/>
          <a:p>
            <a:pPr eaLnBrk="1" hangingPunct="1"/>
            <a:r>
              <a:rPr lang="zh-CN" altLang="en-US" sz="4800" dirty="0" smtClean="0">
                <a:latin typeface="宋体" panose="02010600030101010101" pitchFamily="2" charset="-122"/>
              </a:rPr>
              <a:t>   </a:t>
            </a:r>
            <a:r>
              <a:rPr lang="zh-CN" altLang="en-US" sz="3200" dirty="0" smtClean="0">
                <a:latin typeface="宋体" panose="02010600030101010101" pitchFamily="2" charset="-122"/>
              </a:rPr>
              <a:t>在</a:t>
            </a:r>
            <a:r>
              <a:rPr lang="zh-CN" altLang="en-US" sz="3200" dirty="0">
                <a:latin typeface="宋体" panose="02010600030101010101" pitchFamily="2" charset="-122"/>
              </a:rPr>
              <a:t>界面中</a:t>
            </a:r>
            <a:r>
              <a:rPr lang="zh-CN" altLang="en-US" sz="3200" dirty="0" smtClean="0">
                <a:latin typeface="宋体" panose="02010600030101010101" pitchFamily="2" charset="-122"/>
              </a:rPr>
              <a:t>使用</a:t>
            </a:r>
            <a:r>
              <a:rPr lang="en-US" altLang="zh-CN" sz="3200" dirty="0" smtClean="0"/>
              <a:t>&lt;% %&gt;</a:t>
            </a:r>
            <a:r>
              <a:rPr lang="zh-CN" altLang="en-US" sz="3200" dirty="0" smtClean="0">
                <a:latin typeface="宋体" panose="02010600030101010101" pitchFamily="2" charset="-122"/>
              </a:rPr>
              <a:t>脚本嵌入用于完成功能的</a:t>
            </a:r>
            <a:r>
              <a:rPr lang="en-US" altLang="zh-CN" sz="3200" dirty="0" smtClean="0">
                <a:latin typeface="宋体" panose="02010600030101010101" pitchFamily="2" charset="-122"/>
              </a:rPr>
              <a:t>java</a:t>
            </a:r>
            <a:r>
              <a:rPr lang="zh-CN" altLang="en-US" sz="3200" dirty="0" smtClean="0">
                <a:latin typeface="宋体" panose="02010600030101010101" pitchFamily="2" charset="-122"/>
              </a:rPr>
              <a:t>代码</a:t>
            </a:r>
            <a:endParaRPr lang="zh-CN" altLang="en-US" sz="4800" dirty="0">
              <a:latin typeface="宋体" panose="02010600030101010101" pitchFamily="2" charset="-122"/>
            </a:endParaRPr>
          </a:p>
        </p:txBody>
      </p:sp>
      <p:sp>
        <p:nvSpPr>
          <p:cNvPr id="33819" name="文本框 33818"/>
          <p:cNvSpPr txBox="1"/>
          <p:nvPr/>
        </p:nvSpPr>
        <p:spPr>
          <a:xfrm>
            <a:off x="4216400" y="5486400"/>
            <a:ext cx="546100" cy="60960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pPr eaLnBrk="1" hangingPunct="1"/>
            <a:r>
              <a:rPr lang="en-US" altLang="zh-CN" sz="4800">
                <a:solidFill>
                  <a:srgbClr val="007977"/>
                </a:solidFill>
                <a:latin typeface="Arial" panose="020B0604020202020204" pitchFamily="34" charset="0"/>
              </a:rPr>
              <a:t> </a:t>
            </a:r>
          </a:p>
          <a:p>
            <a:pPr eaLnBrk="1" hangingPunct="1"/>
            <a:endParaRPr lang="en-US" altLang="zh-CN" sz="4800">
              <a:solidFill>
                <a:srgbClr val="007977"/>
              </a:solidFill>
              <a:latin typeface="Arial" panose="020B0604020202020204" pitchFamily="34" charset="0"/>
            </a:endParaRPr>
          </a:p>
        </p:txBody>
      </p:sp>
      <p:pic>
        <p:nvPicPr>
          <p:cNvPr id="33820" name="图片 3381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786442"/>
            <a:ext cx="13716000" cy="311150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22" name="文本框 34821"/>
          <p:cNvSpPr txBox="1"/>
          <p:nvPr/>
        </p:nvSpPr>
        <p:spPr>
          <a:xfrm>
            <a:off x="7658100" y="101600"/>
            <a:ext cx="723900" cy="35560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pPr eaLnBrk="1" hangingPunct="1"/>
            <a:r>
              <a:rPr lang="zh-CN" altLang="en-US" sz="2700">
                <a:solidFill>
                  <a:srgbClr val="007977"/>
                </a:solidFill>
                <a:latin typeface="宋体" panose="02010600030101010101" pitchFamily="2" charset="-122"/>
              </a:rPr>
              <a:t>）</a:t>
            </a:r>
          </a:p>
        </p:txBody>
      </p:sp>
      <p:sp>
        <p:nvSpPr>
          <p:cNvPr id="34823" name="文本框 34822"/>
          <p:cNvSpPr txBox="1"/>
          <p:nvPr/>
        </p:nvSpPr>
        <p:spPr>
          <a:xfrm>
            <a:off x="8001000" y="101600"/>
            <a:ext cx="469900" cy="35560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pPr eaLnBrk="1" hangingPunct="1"/>
            <a:r>
              <a:rPr lang="en-US" altLang="zh-CN" sz="2700">
                <a:solidFill>
                  <a:srgbClr val="007977"/>
                </a:solidFill>
                <a:latin typeface="Arial" panose="020B0604020202020204" pitchFamily="34" charset="0"/>
              </a:rPr>
              <a:t> </a:t>
            </a:r>
          </a:p>
          <a:p>
            <a:pPr eaLnBrk="1" hangingPunct="1"/>
            <a:endParaRPr lang="en-US" altLang="zh-CN" sz="2700">
              <a:solidFill>
                <a:srgbClr val="007977"/>
              </a:solidFill>
              <a:latin typeface="Arial" panose="020B0604020202020204" pitchFamily="34" charset="0"/>
            </a:endParaRPr>
          </a:p>
        </p:txBody>
      </p:sp>
      <p:sp>
        <p:nvSpPr>
          <p:cNvPr id="34824" name="文本框 34823"/>
          <p:cNvSpPr txBox="1"/>
          <p:nvPr/>
        </p:nvSpPr>
        <p:spPr>
          <a:xfrm>
            <a:off x="584200" y="1358900"/>
            <a:ext cx="12846096" cy="830997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lstStyle/>
          <a:p>
            <a:pPr eaLnBrk="1" hangingPunct="1"/>
            <a:r>
              <a:rPr lang="en-US" altLang="zh-CN" sz="4800" b="1" dirty="0" smtClean="0">
                <a:solidFill>
                  <a:srgbClr val="003298"/>
                </a:solidFill>
                <a:latin typeface="Arial" panose="020B0604020202020204" pitchFamily="34" charset="0"/>
              </a:rPr>
              <a:t>1.4.3</a:t>
            </a:r>
            <a:r>
              <a:rPr lang="zh-CN" altLang="en-US" sz="4800" b="1" dirty="0" smtClean="0">
                <a:solidFill>
                  <a:srgbClr val="003298"/>
                </a:solidFill>
                <a:latin typeface="宋体" panose="02010600030101010101" pitchFamily="2" charset="-122"/>
              </a:rPr>
              <a:t>模型</a:t>
            </a:r>
            <a:r>
              <a:rPr lang="en-US" altLang="zh-CN" sz="4800" b="1" dirty="0" smtClean="0">
                <a:solidFill>
                  <a:srgbClr val="003298"/>
                </a:solidFill>
                <a:latin typeface="宋体" panose="02010600030101010101" pitchFamily="2" charset="-122"/>
              </a:rPr>
              <a:t>1</a:t>
            </a:r>
            <a:r>
              <a:rPr lang="zh-CN" altLang="en-US" sz="4800" b="1" dirty="0" smtClean="0">
                <a:solidFill>
                  <a:srgbClr val="003298"/>
                </a:solidFill>
                <a:latin typeface="宋体" panose="02010600030101010101" pitchFamily="2" charset="-122"/>
              </a:rPr>
              <a:t>：</a:t>
            </a:r>
            <a:r>
              <a:rPr lang="en-US" altLang="zh-CN" sz="4800" b="1" dirty="0" err="1" smtClean="0">
                <a:solidFill>
                  <a:srgbClr val="003298"/>
                </a:solidFill>
              </a:rPr>
              <a:t>JSP+JavaBean</a:t>
            </a:r>
            <a:r>
              <a:rPr lang="zh-CN" altLang="en-US" sz="4800" b="1" dirty="0" smtClean="0">
                <a:solidFill>
                  <a:srgbClr val="003298"/>
                </a:solidFill>
                <a:latin typeface="宋体" panose="02010600030101010101" pitchFamily="2" charset="-122"/>
              </a:rPr>
              <a:t>阶段</a:t>
            </a:r>
            <a:endParaRPr lang="en-US" altLang="zh-CN" sz="4800" b="1" dirty="0">
              <a:solidFill>
                <a:srgbClr val="003298"/>
              </a:solidFill>
              <a:latin typeface="Arial" panose="020B0604020202020204" pitchFamily="34" charset="0"/>
            </a:endParaRPr>
          </a:p>
        </p:txBody>
      </p:sp>
      <p:sp>
        <p:nvSpPr>
          <p:cNvPr id="34830" name="文本框 34829"/>
          <p:cNvSpPr txBox="1"/>
          <p:nvPr/>
        </p:nvSpPr>
        <p:spPr>
          <a:xfrm>
            <a:off x="13119100" y="1358900"/>
            <a:ext cx="609600" cy="88900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pPr eaLnBrk="1" hangingPunct="1"/>
            <a:r>
              <a:rPr lang="en-US" altLang="zh-CN" sz="6600">
                <a:solidFill>
                  <a:srgbClr val="003298"/>
                </a:solidFill>
                <a:latin typeface="Arial" panose="020B0604020202020204" pitchFamily="34" charset="0"/>
              </a:rPr>
              <a:t> </a:t>
            </a:r>
          </a:p>
          <a:p>
            <a:pPr eaLnBrk="1" hangingPunct="1"/>
            <a:endParaRPr lang="en-US" altLang="zh-CN" sz="6600">
              <a:solidFill>
                <a:srgbClr val="003298"/>
              </a:solidFill>
              <a:latin typeface="Arial" panose="020B0604020202020204" pitchFamily="34" charset="0"/>
            </a:endParaRPr>
          </a:p>
        </p:txBody>
      </p:sp>
      <p:sp>
        <p:nvSpPr>
          <p:cNvPr id="34832" name="文本框 34831"/>
          <p:cNvSpPr txBox="1"/>
          <p:nvPr/>
        </p:nvSpPr>
        <p:spPr>
          <a:xfrm>
            <a:off x="990600" y="2971800"/>
            <a:ext cx="12725400" cy="646331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lstStyle/>
          <a:p>
            <a:pPr eaLnBrk="1" hangingPunct="1">
              <a:buFont typeface="Wingdings" pitchFamily="2" charset="2"/>
              <a:buChar char="u"/>
            </a:pPr>
            <a:r>
              <a:rPr lang="zh-CN" altLang="en-US" sz="3600" dirty="0" smtClean="0">
                <a:solidFill>
                  <a:srgbClr val="007977"/>
                </a:solidFill>
                <a:latin typeface="宋体" panose="02010600030101010101" pitchFamily="2" charset="-122"/>
              </a:rPr>
              <a:t>把业务处理代码从</a:t>
            </a:r>
            <a:r>
              <a:rPr lang="en-US" altLang="zh-CN" sz="3600" dirty="0" smtClean="0">
                <a:solidFill>
                  <a:srgbClr val="007977"/>
                </a:solidFill>
              </a:rPr>
              <a:t>JSP</a:t>
            </a:r>
            <a:r>
              <a:rPr lang="zh-CN" altLang="en-US" sz="3600" dirty="0" smtClean="0">
                <a:solidFill>
                  <a:srgbClr val="007977"/>
                </a:solidFill>
                <a:latin typeface="宋体" panose="02010600030101010101" pitchFamily="2" charset="-122"/>
              </a:rPr>
              <a:t>中提取出来，然后形成</a:t>
            </a:r>
            <a:r>
              <a:rPr lang="en-US" altLang="zh-CN" sz="3600" dirty="0" err="1" smtClean="0">
                <a:solidFill>
                  <a:srgbClr val="007977"/>
                </a:solidFill>
              </a:rPr>
              <a:t>JavaBean</a:t>
            </a:r>
            <a:endParaRPr lang="zh-CN" altLang="en-US" sz="3600" dirty="0">
              <a:solidFill>
                <a:srgbClr val="007977"/>
              </a:solidFill>
              <a:latin typeface="宋体" panose="02010600030101010101" pitchFamily="2" charset="-122"/>
            </a:endParaRPr>
          </a:p>
        </p:txBody>
      </p:sp>
      <p:sp>
        <p:nvSpPr>
          <p:cNvPr id="34839" name="文本框 34838"/>
          <p:cNvSpPr txBox="1"/>
          <p:nvPr/>
        </p:nvSpPr>
        <p:spPr>
          <a:xfrm>
            <a:off x="1085810" y="4071930"/>
            <a:ext cx="10930014" cy="646331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lstStyle/>
          <a:p>
            <a:pPr eaLnBrk="1" hangingPunct="1">
              <a:buFont typeface="Wingdings" pitchFamily="2" charset="2"/>
              <a:buChar char="u"/>
            </a:pPr>
            <a:r>
              <a:rPr lang="en-US" altLang="zh-CN" sz="3600" dirty="0" smtClean="0">
                <a:solidFill>
                  <a:srgbClr val="007977"/>
                </a:solidFill>
              </a:rPr>
              <a:t>JSP</a:t>
            </a:r>
            <a:r>
              <a:rPr lang="zh-CN" altLang="en-US" sz="3600" dirty="0" smtClean="0">
                <a:solidFill>
                  <a:srgbClr val="007977"/>
                </a:solidFill>
                <a:latin typeface="宋体" panose="02010600030101010101" pitchFamily="2" charset="-122"/>
              </a:rPr>
              <a:t>完成</a:t>
            </a:r>
            <a:r>
              <a:rPr lang="zh-CN" altLang="en-US" sz="3600" dirty="0">
                <a:solidFill>
                  <a:srgbClr val="007977"/>
                </a:solidFill>
                <a:latin typeface="宋体" panose="02010600030101010101" pitchFamily="2" charset="-122"/>
              </a:rPr>
              <a:t>输入、输出和控制功能</a:t>
            </a:r>
          </a:p>
        </p:txBody>
      </p:sp>
      <p:sp>
        <p:nvSpPr>
          <p:cNvPr id="34840" name="文本框 34839"/>
          <p:cNvSpPr txBox="1"/>
          <p:nvPr/>
        </p:nvSpPr>
        <p:spPr>
          <a:xfrm>
            <a:off x="9436100" y="4584700"/>
            <a:ext cx="546100" cy="67310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pPr eaLnBrk="1" hangingPunct="1"/>
            <a:r>
              <a:rPr lang="en-US" altLang="zh-CN" sz="4800">
                <a:solidFill>
                  <a:srgbClr val="007977"/>
                </a:solidFill>
                <a:latin typeface="Arial" panose="020B0604020202020204" pitchFamily="34" charset="0"/>
              </a:rPr>
              <a:t> </a:t>
            </a:r>
          </a:p>
          <a:p>
            <a:pPr eaLnBrk="1" hangingPunct="1"/>
            <a:endParaRPr lang="en-US" altLang="zh-CN" sz="4800">
              <a:solidFill>
                <a:srgbClr val="007977"/>
              </a:solidFill>
              <a:latin typeface="Arial" panose="020B0604020202020204" pitchFamily="34" charset="0"/>
            </a:endParaRPr>
          </a:p>
        </p:txBody>
      </p:sp>
      <p:sp>
        <p:nvSpPr>
          <p:cNvPr id="34842" name="文本框 34841"/>
          <p:cNvSpPr txBox="1"/>
          <p:nvPr/>
        </p:nvSpPr>
        <p:spPr>
          <a:xfrm>
            <a:off x="1085850" y="5143500"/>
            <a:ext cx="12725400" cy="646331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lstStyle/>
          <a:p>
            <a:pPr eaLnBrk="1" hangingPunct="1">
              <a:buFont typeface="Wingdings" pitchFamily="2" charset="2"/>
              <a:buChar char="u"/>
            </a:pPr>
            <a:r>
              <a:rPr lang="zh-CN" altLang="en-US" sz="3600" dirty="0">
                <a:solidFill>
                  <a:srgbClr val="007977"/>
                </a:solidFill>
                <a:latin typeface="宋体" panose="02010600030101010101" pitchFamily="2" charset="-122"/>
              </a:rPr>
              <a:t>需要的</a:t>
            </a:r>
            <a:r>
              <a:rPr lang="zh-CN" altLang="en-US" sz="3600" dirty="0" smtClean="0">
                <a:solidFill>
                  <a:srgbClr val="007977"/>
                </a:solidFill>
                <a:latin typeface="宋体" panose="02010600030101010101" pitchFamily="2" charset="-122"/>
              </a:rPr>
              <a:t>时候</a:t>
            </a:r>
            <a:r>
              <a:rPr lang="en-US" altLang="zh-CN" sz="3600" dirty="0" smtClean="0">
                <a:solidFill>
                  <a:srgbClr val="007977"/>
                </a:solidFill>
              </a:rPr>
              <a:t>JSP</a:t>
            </a:r>
            <a:r>
              <a:rPr lang="zh-CN" altLang="en-US" sz="3600" dirty="0" smtClean="0">
                <a:solidFill>
                  <a:srgbClr val="007977"/>
                </a:solidFill>
                <a:latin typeface="宋体" panose="02010600030101010101" pitchFamily="2" charset="-122"/>
              </a:rPr>
              <a:t>调用</a:t>
            </a:r>
            <a:r>
              <a:rPr lang="en-US" altLang="zh-CN" sz="3600" dirty="0" err="1" smtClean="0">
                <a:solidFill>
                  <a:srgbClr val="007977"/>
                </a:solidFill>
              </a:rPr>
              <a:t>JavaBean</a:t>
            </a:r>
            <a:r>
              <a:rPr lang="zh-CN" altLang="en-US" sz="3600" dirty="0" smtClean="0">
                <a:solidFill>
                  <a:srgbClr val="007977"/>
                </a:solidFill>
                <a:latin typeface="宋体" panose="02010600030101010101" pitchFamily="2" charset="-122"/>
              </a:rPr>
              <a:t>的功能</a:t>
            </a:r>
            <a:endParaRPr lang="zh-CN" altLang="en-US" sz="4800" dirty="0">
              <a:solidFill>
                <a:srgbClr val="007977"/>
              </a:solidFill>
              <a:latin typeface="宋体" panose="02010600030101010101" pitchFamily="2" charset="-122"/>
            </a:endParaRPr>
          </a:p>
        </p:txBody>
      </p:sp>
      <p:sp>
        <p:nvSpPr>
          <p:cNvPr id="34847" name="文本框 34846"/>
          <p:cNvSpPr txBox="1"/>
          <p:nvPr/>
        </p:nvSpPr>
        <p:spPr>
          <a:xfrm>
            <a:off x="10922000" y="5461000"/>
            <a:ext cx="546100" cy="67310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pPr eaLnBrk="1" hangingPunct="1"/>
            <a:r>
              <a:rPr lang="en-US" altLang="zh-CN" sz="4800">
                <a:solidFill>
                  <a:srgbClr val="007977"/>
                </a:solidFill>
                <a:latin typeface="Arial" panose="020B0604020202020204" pitchFamily="34" charset="0"/>
              </a:rPr>
              <a:t> </a:t>
            </a:r>
          </a:p>
          <a:p>
            <a:pPr eaLnBrk="1" hangingPunct="1"/>
            <a:endParaRPr lang="en-US" altLang="zh-CN" sz="4800">
              <a:solidFill>
                <a:srgbClr val="007977"/>
              </a:solidFill>
              <a:latin typeface="Arial" panose="020B0604020202020204" pitchFamily="34" charset="0"/>
            </a:endParaRPr>
          </a:p>
        </p:txBody>
      </p:sp>
      <p:pic>
        <p:nvPicPr>
          <p:cNvPr id="34849" name="图片 3484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14700" y="6629400"/>
            <a:ext cx="6299200" cy="27559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4850" name="文本框 34849"/>
          <p:cNvSpPr txBox="1"/>
          <p:nvPr/>
        </p:nvSpPr>
        <p:spPr>
          <a:xfrm>
            <a:off x="3733800" y="7886700"/>
            <a:ext cx="1003300" cy="35560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pPr eaLnBrk="1" hangingPunct="1"/>
            <a:r>
              <a:rPr lang="en-US" altLang="zh-CN" sz="2700">
                <a:solidFill>
                  <a:srgbClr val="FFFFFF"/>
                </a:solidFill>
                <a:latin typeface="Arial" panose="020B0604020202020204" pitchFamily="34" charset="0"/>
              </a:rPr>
              <a:t>JSP</a:t>
            </a:r>
          </a:p>
        </p:txBody>
      </p:sp>
      <p:sp>
        <p:nvSpPr>
          <p:cNvPr id="34851" name="文本框 34850"/>
          <p:cNvSpPr txBox="1"/>
          <p:nvPr/>
        </p:nvSpPr>
        <p:spPr>
          <a:xfrm>
            <a:off x="4356100" y="7886700"/>
            <a:ext cx="1066800" cy="35560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pPr eaLnBrk="1" hangingPunct="1"/>
            <a:r>
              <a:rPr lang="zh-CN" altLang="en-US" sz="2700">
                <a:solidFill>
                  <a:srgbClr val="FFFFFF"/>
                </a:solidFill>
                <a:latin typeface="宋体" panose="02010600030101010101" pitchFamily="2" charset="-122"/>
              </a:rPr>
              <a:t>页面</a:t>
            </a:r>
          </a:p>
        </p:txBody>
      </p:sp>
      <p:sp>
        <p:nvSpPr>
          <p:cNvPr id="34852" name="文本框 34851"/>
          <p:cNvSpPr txBox="1"/>
          <p:nvPr/>
        </p:nvSpPr>
        <p:spPr>
          <a:xfrm>
            <a:off x="5041900" y="7886700"/>
            <a:ext cx="469900" cy="35560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pPr eaLnBrk="1" hangingPunct="1"/>
            <a:r>
              <a:rPr lang="en-US" altLang="zh-CN" sz="2700">
                <a:solidFill>
                  <a:srgbClr val="FFFFFF"/>
                </a:solidFill>
                <a:latin typeface="Arial" panose="020B0604020202020204" pitchFamily="34" charset="0"/>
              </a:rPr>
              <a:t> </a:t>
            </a:r>
          </a:p>
          <a:p>
            <a:pPr eaLnBrk="1" hangingPunct="1"/>
            <a:endParaRPr lang="en-US" altLang="zh-CN" sz="2700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sp>
        <p:nvSpPr>
          <p:cNvPr id="34853" name="文本框 34852"/>
          <p:cNvSpPr txBox="1"/>
          <p:nvPr/>
        </p:nvSpPr>
        <p:spPr>
          <a:xfrm>
            <a:off x="7467600" y="7835900"/>
            <a:ext cx="1993900" cy="35560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pPr eaLnBrk="1" hangingPunct="1"/>
            <a:r>
              <a:rPr lang="en-US" altLang="zh-CN" sz="2700" dirty="0" err="1">
                <a:solidFill>
                  <a:srgbClr val="FFFFFF"/>
                </a:solidFill>
                <a:latin typeface="Arial" panose="020B0604020202020204" pitchFamily="34" charset="0"/>
              </a:rPr>
              <a:t>JavaBean</a:t>
            </a:r>
            <a:r>
              <a:rPr lang="en-US" altLang="zh-CN" sz="2700" dirty="0">
                <a:solidFill>
                  <a:srgbClr val="FFFFFF"/>
                </a:solidFill>
                <a:latin typeface="Arial" panose="020B0604020202020204" pitchFamily="34" charset="0"/>
              </a:rPr>
              <a:t> </a:t>
            </a:r>
          </a:p>
          <a:p>
            <a:pPr eaLnBrk="1" hangingPunct="1"/>
            <a:endParaRPr lang="en-US" altLang="zh-CN" sz="2700" dirty="0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9" name="文本框 52228"/>
          <p:cNvSpPr txBox="1"/>
          <p:nvPr/>
        </p:nvSpPr>
        <p:spPr>
          <a:xfrm>
            <a:off x="8331200" y="317500"/>
            <a:ext cx="558800" cy="83820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pPr eaLnBrk="1" hangingPunct="1"/>
            <a:r>
              <a:rPr lang="en-US" altLang="zh-CN" sz="5900">
                <a:solidFill>
                  <a:srgbClr val="FFFFFF"/>
                </a:solidFill>
                <a:latin typeface="Times" pitchFamily="34" charset="0"/>
              </a:rPr>
              <a:t> </a:t>
            </a:r>
          </a:p>
          <a:p>
            <a:pPr eaLnBrk="1" hangingPunct="1"/>
            <a:endParaRPr lang="en-US" altLang="zh-CN" sz="5900">
              <a:solidFill>
                <a:srgbClr val="FFFFFF"/>
              </a:solidFill>
              <a:latin typeface="Times" pitchFamily="34" charset="0"/>
            </a:endParaRPr>
          </a:p>
        </p:txBody>
      </p:sp>
      <p:sp>
        <p:nvSpPr>
          <p:cNvPr id="52231" name="文本框 52230"/>
          <p:cNvSpPr txBox="1"/>
          <p:nvPr/>
        </p:nvSpPr>
        <p:spPr>
          <a:xfrm>
            <a:off x="1000084" y="2714608"/>
            <a:ext cx="12073022" cy="2585323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lstStyle/>
          <a:p>
            <a:pPr eaLnBrk="1" hangingPunct="1">
              <a:lnSpc>
                <a:spcPct val="150000"/>
              </a:lnSpc>
              <a:buFont typeface="Wingdings" pitchFamily="2" charset="2"/>
              <a:buChar char="u"/>
            </a:pPr>
            <a:r>
              <a:rPr lang="zh-CN" altLang="en-US" sz="3600" dirty="0" smtClean="0">
                <a:solidFill>
                  <a:srgbClr val="000000"/>
                </a:solidFill>
                <a:latin typeface="宋体" panose="02010600030101010101" pitchFamily="2" charset="-122"/>
              </a:rPr>
              <a:t>在</a:t>
            </a:r>
            <a:r>
              <a:rPr lang="en-US" altLang="zh-CN" sz="3600" dirty="0" smtClean="0">
                <a:solidFill>
                  <a:srgbClr val="000000"/>
                </a:solidFill>
                <a:latin typeface="Times New Roman" panose="02020603050405020304" charset="0"/>
              </a:rPr>
              <a:t>Model</a:t>
            </a:r>
            <a:r>
              <a:rPr lang="zh-CN" altLang="en-US" sz="3600" dirty="0" smtClean="0">
                <a:solidFill>
                  <a:srgbClr val="000000"/>
                </a:solidFill>
                <a:latin typeface="宋体" panose="02010600030101010101" pitchFamily="2" charset="-122"/>
              </a:rPr>
              <a:t>体系结构中，每个请求的目标都是</a:t>
            </a:r>
            <a:r>
              <a:rPr lang="en-US" altLang="zh-CN" sz="3600" dirty="0" smtClean="0">
                <a:solidFill>
                  <a:srgbClr val="000000"/>
                </a:solidFill>
                <a:latin typeface="宋体" panose="02010600030101010101" pitchFamily="2" charset="-122"/>
              </a:rPr>
              <a:t>JSP</a:t>
            </a:r>
            <a:r>
              <a:rPr lang="zh-CN" altLang="en-US" sz="3600" dirty="0" smtClean="0">
                <a:solidFill>
                  <a:srgbClr val="000000"/>
                </a:solidFill>
                <a:latin typeface="宋体" panose="02010600030101010101" pitchFamily="2" charset="-122"/>
              </a:rPr>
              <a:t>页面</a:t>
            </a:r>
            <a:r>
              <a:rPr lang="en-US" altLang="zh-CN" sz="3600" dirty="0" smtClean="0">
                <a:solidFill>
                  <a:srgbClr val="000000"/>
                </a:solidFill>
                <a:latin typeface="宋体" panose="02010600030101010101" pitchFamily="2" charset="-122"/>
              </a:rPr>
              <a:t>,</a:t>
            </a:r>
            <a:r>
              <a:rPr lang="zh-CN" altLang="en-US" sz="3600" dirty="0" smtClean="0">
                <a:solidFill>
                  <a:srgbClr val="000000"/>
                </a:solidFill>
                <a:latin typeface="宋体" panose="02010600030101010101" pitchFamily="2" charset="-122"/>
              </a:rPr>
              <a:t>没有一个核心组件控制应用程序的工作流程，所有的业务处理都是使用</a:t>
            </a:r>
            <a:r>
              <a:rPr lang="en-US" altLang="zh-CN" sz="3600" dirty="0" err="1" smtClean="0">
                <a:solidFill>
                  <a:srgbClr val="000000"/>
                </a:solidFill>
                <a:latin typeface="宋体" panose="02010600030101010101" pitchFamily="2" charset="-122"/>
              </a:rPr>
              <a:t>javabean</a:t>
            </a:r>
            <a:r>
              <a:rPr lang="zh-CN" altLang="en-US" sz="3600" dirty="0" smtClean="0">
                <a:solidFill>
                  <a:srgbClr val="000000"/>
                </a:solidFill>
                <a:latin typeface="宋体" panose="02010600030101010101" pitchFamily="2" charset="-122"/>
              </a:rPr>
              <a:t>实现。</a:t>
            </a:r>
            <a:endParaRPr lang="en-US" altLang="zh-CN" sz="3600" dirty="0" smtClean="0">
              <a:solidFill>
                <a:srgbClr val="000000"/>
              </a:solidFill>
              <a:latin typeface="宋体" panose="02010600030101010101" pitchFamily="2" charset="-122"/>
            </a:endParaRPr>
          </a:p>
        </p:txBody>
      </p:sp>
      <p:sp>
        <p:nvSpPr>
          <p:cNvPr id="52259" name="文本框 52258"/>
          <p:cNvSpPr txBox="1"/>
          <p:nvPr/>
        </p:nvSpPr>
        <p:spPr>
          <a:xfrm>
            <a:off x="1357274" y="5500690"/>
            <a:ext cx="7310450" cy="830997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lstStyle/>
          <a:p>
            <a:pPr eaLnBrk="1" hangingPunct="1"/>
            <a:r>
              <a:rPr lang="zh-CN" altLang="en-US" sz="4800" dirty="0" smtClean="0">
                <a:solidFill>
                  <a:srgbClr val="FF0000"/>
                </a:solidFill>
                <a:latin typeface="宋体" panose="02010600030101010101" pitchFamily="2" charset="-122"/>
              </a:rPr>
              <a:t>缺点：</a:t>
            </a:r>
            <a:endParaRPr lang="zh-CN" altLang="en-US" sz="4800" dirty="0">
              <a:solidFill>
                <a:srgbClr val="000000"/>
              </a:solidFill>
              <a:latin typeface="宋体" panose="02010600030101010101" pitchFamily="2" charset="-122"/>
            </a:endParaRPr>
          </a:p>
        </p:txBody>
      </p:sp>
      <p:sp>
        <p:nvSpPr>
          <p:cNvPr id="52262" name="文本框 52261"/>
          <p:cNvSpPr txBox="1"/>
          <p:nvPr/>
        </p:nvSpPr>
        <p:spPr>
          <a:xfrm>
            <a:off x="8039100" y="5778500"/>
            <a:ext cx="533400" cy="67310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pPr eaLnBrk="1" hangingPunct="1"/>
            <a:r>
              <a:rPr lang="en-US" altLang="zh-CN" sz="4800">
                <a:solidFill>
                  <a:srgbClr val="000000"/>
                </a:solidFill>
                <a:latin typeface="Times New Roman" panose="02020603050405020304" charset="0"/>
              </a:rPr>
              <a:t> </a:t>
            </a:r>
          </a:p>
          <a:p>
            <a:pPr eaLnBrk="1" hangingPunct="1"/>
            <a:endParaRPr lang="en-US" altLang="zh-CN" sz="4800">
              <a:solidFill>
                <a:srgbClr val="000000"/>
              </a:solidFill>
              <a:latin typeface="Times New Roman" panose="02020603050405020304" charset="0"/>
            </a:endParaRPr>
          </a:p>
        </p:txBody>
      </p:sp>
      <p:sp>
        <p:nvSpPr>
          <p:cNvPr id="52264" name="文本框 52263"/>
          <p:cNvSpPr txBox="1"/>
          <p:nvPr/>
        </p:nvSpPr>
        <p:spPr>
          <a:xfrm>
            <a:off x="1285836" y="6572260"/>
            <a:ext cx="12025358" cy="1754326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lstStyle/>
          <a:p>
            <a:pPr eaLnBrk="1" hangingPunct="1">
              <a:lnSpc>
                <a:spcPct val="150000"/>
              </a:lnSpc>
            </a:pPr>
            <a:r>
              <a:rPr lang="en-US" altLang="zh-CN" sz="3600" dirty="0" smtClean="0">
                <a:solidFill>
                  <a:srgbClr val="000000"/>
                </a:solidFill>
                <a:latin typeface="宋体" panose="02010600030101010101" pitchFamily="2" charset="-122"/>
              </a:rPr>
              <a:t>1</a:t>
            </a:r>
            <a:r>
              <a:rPr lang="zh-CN" altLang="en-US" sz="3600" dirty="0" smtClean="0">
                <a:solidFill>
                  <a:srgbClr val="000000"/>
                </a:solidFill>
                <a:latin typeface="宋体" panose="02010600030101010101" pitchFamily="2" charset="-122"/>
              </a:rPr>
              <a:t>、业务</a:t>
            </a:r>
            <a:r>
              <a:rPr lang="zh-CN" altLang="en-US" sz="3600" dirty="0">
                <a:solidFill>
                  <a:srgbClr val="000000"/>
                </a:solidFill>
                <a:latin typeface="宋体" panose="02010600030101010101" pitchFamily="2" charset="-122"/>
              </a:rPr>
              <a:t>逻辑</a:t>
            </a:r>
            <a:r>
              <a:rPr lang="zh-CN" altLang="en-US" sz="3600" dirty="0" smtClean="0">
                <a:solidFill>
                  <a:srgbClr val="000000"/>
                </a:solidFill>
                <a:latin typeface="宋体" panose="02010600030101010101" pitchFamily="2" charset="-122"/>
              </a:rPr>
              <a:t>的</a:t>
            </a:r>
            <a:r>
              <a:rPr lang="en-US" altLang="zh-CN" sz="3600" dirty="0" smtClean="0">
                <a:solidFill>
                  <a:srgbClr val="000000"/>
                </a:solidFill>
                <a:latin typeface="宋体" panose="02010600030101010101" pitchFamily="2" charset="-122"/>
              </a:rPr>
              <a:t>java</a:t>
            </a:r>
            <a:r>
              <a:rPr lang="zh-CN" altLang="en-US" sz="3600" dirty="0" smtClean="0">
                <a:solidFill>
                  <a:srgbClr val="000000"/>
                </a:solidFill>
                <a:latin typeface="宋体" panose="02010600030101010101" pitchFamily="2" charset="-122"/>
              </a:rPr>
              <a:t>代码嵌入到</a:t>
            </a:r>
            <a:r>
              <a:rPr lang="en-US" altLang="zh-CN" sz="3600" dirty="0" smtClean="0">
                <a:solidFill>
                  <a:srgbClr val="000000"/>
                </a:solidFill>
                <a:latin typeface="宋体" panose="02010600030101010101" pitchFamily="2" charset="-122"/>
              </a:rPr>
              <a:t>JSP</a:t>
            </a:r>
            <a:r>
              <a:rPr lang="zh-CN" altLang="en-US" sz="3600" dirty="0" smtClean="0">
                <a:solidFill>
                  <a:srgbClr val="000000"/>
                </a:solidFill>
                <a:latin typeface="宋体" panose="02010600030101010101" pitchFamily="2" charset="-122"/>
              </a:rPr>
              <a:t>页面中，对于不熟悉服务器端编程的</a:t>
            </a:r>
            <a:r>
              <a:rPr lang="en-US" altLang="zh-CN" sz="3600" dirty="0" smtClean="0">
                <a:solidFill>
                  <a:srgbClr val="000000"/>
                </a:solidFill>
                <a:latin typeface="宋体" panose="02010600030101010101" pitchFamily="2" charset="-122"/>
              </a:rPr>
              <a:t>web</a:t>
            </a:r>
            <a:r>
              <a:rPr lang="zh-CN" altLang="en-US" sz="3600" dirty="0" smtClean="0">
                <a:solidFill>
                  <a:srgbClr val="000000"/>
                </a:solidFill>
                <a:latin typeface="宋体" panose="02010600030101010101" pitchFamily="2" charset="-122"/>
              </a:rPr>
              <a:t>页面的人员将产生困难。</a:t>
            </a:r>
            <a:endParaRPr lang="zh-CN" altLang="en-US" sz="3600" dirty="0">
              <a:solidFill>
                <a:srgbClr val="000000"/>
              </a:solidFill>
              <a:latin typeface="宋体" panose="02010600030101010101" pitchFamily="2" charset="-122"/>
            </a:endParaRPr>
          </a:p>
        </p:txBody>
      </p:sp>
      <p:sp>
        <p:nvSpPr>
          <p:cNvPr id="52273" name="文本框 52272"/>
          <p:cNvSpPr txBox="1"/>
          <p:nvPr/>
        </p:nvSpPr>
        <p:spPr>
          <a:xfrm>
            <a:off x="4991100" y="8140700"/>
            <a:ext cx="533400" cy="60960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pPr eaLnBrk="1" hangingPunct="1"/>
            <a:r>
              <a:rPr lang="en-US" altLang="zh-CN" sz="4800">
                <a:solidFill>
                  <a:srgbClr val="000000"/>
                </a:solidFill>
                <a:latin typeface="Times New Roman" panose="02020603050405020304" charset="0"/>
              </a:rPr>
              <a:t> </a:t>
            </a:r>
          </a:p>
          <a:p>
            <a:pPr eaLnBrk="1" hangingPunct="1"/>
            <a:endParaRPr lang="en-US" altLang="zh-CN" sz="4800">
              <a:solidFill>
                <a:srgbClr val="000000"/>
              </a:solidFill>
              <a:latin typeface="Times New Roman" panose="02020603050405020304" charset="0"/>
            </a:endParaRPr>
          </a:p>
        </p:txBody>
      </p:sp>
      <p:sp>
        <p:nvSpPr>
          <p:cNvPr id="52275" name="文本框 52274"/>
          <p:cNvSpPr txBox="1"/>
          <p:nvPr/>
        </p:nvSpPr>
        <p:spPr>
          <a:xfrm>
            <a:off x="1357274" y="8572524"/>
            <a:ext cx="10501386" cy="646331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lstStyle/>
          <a:p>
            <a:pPr eaLnBrk="1" hangingPunct="1"/>
            <a:r>
              <a:rPr lang="en-US" altLang="zh-CN" sz="3600" dirty="0" smtClean="0">
                <a:solidFill>
                  <a:srgbClr val="000000"/>
                </a:solidFill>
                <a:latin typeface="宋体" panose="02010600030101010101" pitchFamily="2" charset="-122"/>
              </a:rPr>
              <a:t>2</a:t>
            </a:r>
            <a:r>
              <a:rPr lang="zh-CN" altLang="en-US" sz="3600" dirty="0" smtClean="0">
                <a:solidFill>
                  <a:srgbClr val="000000"/>
                </a:solidFill>
                <a:latin typeface="宋体" panose="02010600030101010101" pitchFamily="2" charset="-122"/>
              </a:rPr>
              <a:t>、不</a:t>
            </a:r>
            <a:r>
              <a:rPr lang="zh-CN" altLang="en-US" sz="3600" dirty="0">
                <a:solidFill>
                  <a:srgbClr val="000000"/>
                </a:solidFill>
                <a:latin typeface="宋体" panose="02010600030101010101" pitchFamily="2" charset="-122"/>
              </a:rPr>
              <a:t>具有代码可重用性。</a:t>
            </a:r>
          </a:p>
        </p:txBody>
      </p:sp>
      <p:sp>
        <p:nvSpPr>
          <p:cNvPr id="52276" name="文本框 52275"/>
          <p:cNvSpPr txBox="1"/>
          <p:nvPr/>
        </p:nvSpPr>
        <p:spPr>
          <a:xfrm>
            <a:off x="7442200" y="9105900"/>
            <a:ext cx="635000" cy="57150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pPr eaLnBrk="1" hangingPunct="1"/>
            <a:r>
              <a:rPr lang="en-US" altLang="zh-CN" sz="4100">
                <a:solidFill>
                  <a:srgbClr val="000000"/>
                </a:solidFill>
                <a:latin typeface="Times New Roman" panose="02020603050405020304" charset="0"/>
              </a:rPr>
              <a:t>  </a:t>
            </a:r>
          </a:p>
          <a:p>
            <a:pPr eaLnBrk="1" hangingPunct="1"/>
            <a:endParaRPr lang="en-US" altLang="zh-CN" sz="4100">
              <a:solidFill>
                <a:srgbClr val="000000"/>
              </a:solidFill>
              <a:latin typeface="Times New Roman" panose="02020603050405020304" charset="0"/>
            </a:endParaRPr>
          </a:p>
        </p:txBody>
      </p:sp>
      <p:sp>
        <p:nvSpPr>
          <p:cNvPr id="51" name="文本框 34823"/>
          <p:cNvSpPr txBox="1"/>
          <p:nvPr/>
        </p:nvSpPr>
        <p:spPr>
          <a:xfrm>
            <a:off x="584200" y="1358900"/>
            <a:ext cx="12846096" cy="830997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lstStyle/>
          <a:p>
            <a:pPr eaLnBrk="1" hangingPunct="1"/>
            <a:r>
              <a:rPr lang="en-US" altLang="zh-CN" sz="4800" b="1" dirty="0" smtClean="0">
                <a:solidFill>
                  <a:srgbClr val="003298"/>
                </a:solidFill>
                <a:latin typeface="Arial" panose="020B0604020202020204" pitchFamily="34" charset="0"/>
              </a:rPr>
              <a:t>1.4.3</a:t>
            </a:r>
            <a:r>
              <a:rPr lang="zh-CN" altLang="en-US" sz="4800" b="1" dirty="0" smtClean="0">
                <a:solidFill>
                  <a:srgbClr val="003298"/>
                </a:solidFill>
                <a:latin typeface="宋体" panose="02010600030101010101" pitchFamily="2" charset="-122"/>
              </a:rPr>
              <a:t>模型</a:t>
            </a:r>
            <a:r>
              <a:rPr lang="en-US" altLang="zh-CN" sz="4800" b="1" dirty="0" smtClean="0">
                <a:solidFill>
                  <a:srgbClr val="003298"/>
                </a:solidFill>
                <a:latin typeface="宋体" panose="02010600030101010101" pitchFamily="2" charset="-122"/>
              </a:rPr>
              <a:t>1</a:t>
            </a:r>
            <a:r>
              <a:rPr lang="zh-CN" altLang="en-US" sz="4800" b="1" dirty="0" smtClean="0">
                <a:solidFill>
                  <a:srgbClr val="003298"/>
                </a:solidFill>
                <a:latin typeface="宋体" panose="02010600030101010101" pitchFamily="2" charset="-122"/>
              </a:rPr>
              <a:t>：</a:t>
            </a:r>
            <a:r>
              <a:rPr lang="en-US" altLang="zh-CN" sz="4800" b="1" dirty="0" err="1" smtClean="0">
                <a:solidFill>
                  <a:srgbClr val="003298"/>
                </a:solidFill>
              </a:rPr>
              <a:t>JSP+JavaBean</a:t>
            </a:r>
            <a:r>
              <a:rPr lang="zh-CN" altLang="en-US" sz="4800" b="1" dirty="0" smtClean="0">
                <a:solidFill>
                  <a:srgbClr val="003298"/>
                </a:solidFill>
                <a:latin typeface="宋体" panose="02010600030101010101" pitchFamily="2" charset="-122"/>
              </a:rPr>
              <a:t>阶段</a:t>
            </a:r>
            <a:endParaRPr lang="en-US" altLang="zh-CN" sz="4800" b="1" dirty="0">
              <a:solidFill>
                <a:srgbClr val="003298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70" name="文本框 36869"/>
          <p:cNvSpPr txBox="1"/>
          <p:nvPr/>
        </p:nvSpPr>
        <p:spPr>
          <a:xfrm>
            <a:off x="7658100" y="101600"/>
            <a:ext cx="723900" cy="35560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pPr eaLnBrk="1" hangingPunct="1"/>
            <a:r>
              <a:rPr lang="zh-CN" altLang="en-US" sz="2700">
                <a:solidFill>
                  <a:srgbClr val="007977"/>
                </a:solidFill>
                <a:latin typeface="宋体" panose="02010600030101010101" pitchFamily="2" charset="-122"/>
              </a:rPr>
              <a:t>）</a:t>
            </a:r>
          </a:p>
        </p:txBody>
      </p:sp>
      <p:sp>
        <p:nvSpPr>
          <p:cNvPr id="36871" name="文本框 36870"/>
          <p:cNvSpPr txBox="1"/>
          <p:nvPr/>
        </p:nvSpPr>
        <p:spPr>
          <a:xfrm>
            <a:off x="8001000" y="101600"/>
            <a:ext cx="469900" cy="35560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pPr eaLnBrk="1" hangingPunct="1"/>
            <a:r>
              <a:rPr lang="en-US" altLang="zh-CN" sz="2700">
                <a:solidFill>
                  <a:srgbClr val="007977"/>
                </a:solidFill>
                <a:latin typeface="Arial" panose="020B0604020202020204" pitchFamily="34" charset="0"/>
              </a:rPr>
              <a:t> </a:t>
            </a:r>
          </a:p>
          <a:p>
            <a:pPr eaLnBrk="1" hangingPunct="1"/>
            <a:endParaRPr lang="en-US" altLang="zh-CN" sz="2700">
              <a:solidFill>
                <a:srgbClr val="007977"/>
              </a:solidFill>
              <a:latin typeface="Arial" panose="020B0604020202020204" pitchFamily="34" charset="0"/>
            </a:endParaRPr>
          </a:p>
        </p:txBody>
      </p:sp>
      <p:sp>
        <p:nvSpPr>
          <p:cNvPr id="36872" name="文本框 36871"/>
          <p:cNvSpPr txBox="1"/>
          <p:nvPr/>
        </p:nvSpPr>
        <p:spPr>
          <a:xfrm>
            <a:off x="500018" y="642906"/>
            <a:ext cx="14144724" cy="1107996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lstStyle/>
          <a:p>
            <a:pPr eaLnBrk="1" hangingPunct="1"/>
            <a:r>
              <a:rPr lang="en-US" altLang="zh-CN" sz="4800" b="1" dirty="0" smtClean="0">
                <a:solidFill>
                  <a:srgbClr val="003298"/>
                </a:solidFill>
                <a:latin typeface="Arial" panose="020B0604020202020204" pitchFamily="34" charset="0"/>
              </a:rPr>
              <a:t>1.4.4</a:t>
            </a:r>
            <a:r>
              <a:rPr lang="zh-CN" altLang="en-US" sz="4800" b="1" dirty="0" smtClean="0">
                <a:solidFill>
                  <a:srgbClr val="003298"/>
                </a:solidFill>
                <a:latin typeface="宋体" panose="02010600030101010101" pitchFamily="2" charset="-122"/>
              </a:rPr>
              <a:t>模型</a:t>
            </a:r>
            <a:r>
              <a:rPr lang="en-US" altLang="zh-CN" sz="4800" b="1" dirty="0" smtClean="0">
                <a:solidFill>
                  <a:srgbClr val="003298"/>
                </a:solidFill>
                <a:latin typeface="宋体" panose="02010600030101010101" pitchFamily="2" charset="-122"/>
              </a:rPr>
              <a:t>2</a:t>
            </a:r>
            <a:r>
              <a:rPr lang="zh-CN" altLang="en-US" sz="4800" b="1" dirty="0" smtClean="0">
                <a:solidFill>
                  <a:srgbClr val="003298"/>
                </a:solidFill>
                <a:latin typeface="宋体" panose="02010600030101010101" pitchFamily="2" charset="-122"/>
              </a:rPr>
              <a:t>：</a:t>
            </a:r>
            <a:r>
              <a:rPr lang="en-US" altLang="zh-CN" sz="4800" b="1" dirty="0" err="1" smtClean="0">
                <a:solidFill>
                  <a:srgbClr val="003298"/>
                </a:solidFill>
              </a:rPr>
              <a:t>JSP+JavaBean+Servlet</a:t>
            </a:r>
            <a:r>
              <a:rPr lang="en-US" altLang="zh-CN" sz="6600" dirty="0" smtClean="0">
                <a:solidFill>
                  <a:srgbClr val="003298"/>
                </a:solidFill>
                <a:latin typeface="Arial" panose="020B0604020202020204" pitchFamily="34" charset="0"/>
              </a:rPr>
              <a:t> </a:t>
            </a:r>
            <a:endParaRPr lang="en-US" altLang="zh-CN" sz="6600" dirty="0">
              <a:solidFill>
                <a:srgbClr val="003298"/>
              </a:solidFill>
              <a:latin typeface="Arial" panose="020B0604020202020204" pitchFamily="34" charset="0"/>
            </a:endParaRPr>
          </a:p>
        </p:txBody>
      </p:sp>
      <p:sp>
        <p:nvSpPr>
          <p:cNvPr id="36879" name="文本框 36878"/>
          <p:cNvSpPr txBox="1"/>
          <p:nvPr/>
        </p:nvSpPr>
        <p:spPr>
          <a:xfrm>
            <a:off x="1142960" y="2500294"/>
            <a:ext cx="8643998" cy="433965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lstStyle/>
          <a:p>
            <a:pPr eaLnBrk="1" hangingPunct="1">
              <a:lnSpc>
                <a:spcPct val="150000"/>
              </a:lnSpc>
              <a:buFont typeface="Wingdings" pitchFamily="2" charset="2"/>
              <a:buChar char="u"/>
            </a:pPr>
            <a:r>
              <a:rPr lang="en-US" altLang="zh-CN" sz="4000" dirty="0" smtClean="0">
                <a:solidFill>
                  <a:srgbClr val="007977"/>
                </a:solidFill>
              </a:rPr>
              <a:t>JSP</a:t>
            </a:r>
            <a:r>
              <a:rPr lang="zh-CN" altLang="en-US" sz="4000" dirty="0" smtClean="0">
                <a:solidFill>
                  <a:srgbClr val="007977"/>
                </a:solidFill>
                <a:latin typeface="宋体" panose="02010600030101010101" pitchFamily="2" charset="-122"/>
              </a:rPr>
              <a:t>完成输入输出</a:t>
            </a:r>
            <a:endParaRPr lang="en-US" altLang="zh-CN" sz="4000" dirty="0" smtClean="0">
              <a:solidFill>
                <a:srgbClr val="007977"/>
              </a:solidFill>
              <a:latin typeface="宋体" panose="02010600030101010101" pitchFamily="2" charset="-122"/>
            </a:endParaRPr>
          </a:p>
          <a:p>
            <a:pPr eaLnBrk="1" hangingPunct="1">
              <a:lnSpc>
                <a:spcPct val="150000"/>
              </a:lnSpc>
              <a:buFont typeface="Wingdings" pitchFamily="2" charset="2"/>
              <a:buChar char="u"/>
            </a:pPr>
            <a:r>
              <a:rPr lang="en-US" altLang="zh-CN" sz="4000" dirty="0" err="1" smtClean="0">
                <a:solidFill>
                  <a:srgbClr val="007977"/>
                </a:solidFill>
              </a:rPr>
              <a:t>JavaBean</a:t>
            </a:r>
            <a:r>
              <a:rPr lang="zh-CN" altLang="en-US" sz="4000" dirty="0" smtClean="0">
                <a:solidFill>
                  <a:srgbClr val="007977"/>
                </a:solidFill>
                <a:latin typeface="宋体" panose="02010600030101010101" pitchFamily="2" charset="-122"/>
              </a:rPr>
              <a:t>完成功能</a:t>
            </a:r>
            <a:endParaRPr lang="en-US" altLang="zh-CN" sz="4000" dirty="0" smtClean="0">
              <a:solidFill>
                <a:srgbClr val="007977"/>
              </a:solidFill>
              <a:latin typeface="宋体" panose="02010600030101010101" pitchFamily="2" charset="-122"/>
            </a:endParaRPr>
          </a:p>
          <a:p>
            <a:pPr eaLnBrk="1" hangingPunct="1">
              <a:lnSpc>
                <a:spcPct val="150000"/>
              </a:lnSpc>
              <a:buFont typeface="Wingdings" pitchFamily="2" charset="2"/>
              <a:buChar char="u"/>
            </a:pPr>
            <a:r>
              <a:rPr lang="en-US" altLang="zh-CN" sz="4000" dirty="0" err="1" smtClean="0">
                <a:solidFill>
                  <a:srgbClr val="007977"/>
                </a:solidFill>
              </a:rPr>
              <a:t>Servlet</a:t>
            </a:r>
            <a:r>
              <a:rPr lang="zh-CN" altLang="en-US" sz="4000" dirty="0" smtClean="0">
                <a:solidFill>
                  <a:srgbClr val="007977"/>
                </a:solidFill>
                <a:latin typeface="宋体" panose="02010600030101010101" pitchFamily="2" charset="-122"/>
              </a:rPr>
              <a:t>完成控制</a:t>
            </a:r>
          </a:p>
          <a:p>
            <a:pPr eaLnBrk="1" hangingPunct="1"/>
            <a:endParaRPr lang="en-US" altLang="zh-CN" sz="4800" dirty="0" smtClean="0">
              <a:solidFill>
                <a:srgbClr val="007977"/>
              </a:solidFill>
            </a:endParaRPr>
          </a:p>
          <a:p>
            <a:pPr eaLnBrk="1" hangingPunct="1"/>
            <a:endParaRPr lang="zh-CN" altLang="en-US" sz="4800" dirty="0">
              <a:solidFill>
                <a:srgbClr val="007977"/>
              </a:solidFill>
              <a:latin typeface="宋体" panose="02010600030101010101" pitchFamily="2" charset="-122"/>
            </a:endParaRPr>
          </a:p>
        </p:txBody>
      </p:sp>
      <p:sp>
        <p:nvSpPr>
          <p:cNvPr id="36880" name="文本框 36879"/>
          <p:cNvSpPr txBox="1"/>
          <p:nvPr/>
        </p:nvSpPr>
        <p:spPr>
          <a:xfrm>
            <a:off x="5880100" y="2971800"/>
            <a:ext cx="546100" cy="67310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pPr eaLnBrk="1" hangingPunct="1"/>
            <a:r>
              <a:rPr lang="en-US" altLang="zh-CN" sz="4800">
                <a:solidFill>
                  <a:srgbClr val="007977"/>
                </a:solidFill>
                <a:latin typeface="Arial" panose="020B0604020202020204" pitchFamily="34" charset="0"/>
              </a:rPr>
              <a:t> </a:t>
            </a:r>
          </a:p>
        </p:txBody>
      </p:sp>
      <p:sp>
        <p:nvSpPr>
          <p:cNvPr id="36884" name="文本框 36883"/>
          <p:cNvSpPr txBox="1"/>
          <p:nvPr/>
        </p:nvSpPr>
        <p:spPr>
          <a:xfrm>
            <a:off x="6261100" y="3848100"/>
            <a:ext cx="546100" cy="67310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pPr eaLnBrk="1" hangingPunct="1"/>
            <a:r>
              <a:rPr lang="en-US" altLang="zh-CN" sz="4800">
                <a:solidFill>
                  <a:srgbClr val="007977"/>
                </a:solidFill>
                <a:latin typeface="Arial" panose="020B0604020202020204" pitchFamily="34" charset="0"/>
              </a:rPr>
              <a:t> </a:t>
            </a:r>
          </a:p>
        </p:txBody>
      </p:sp>
      <p:pic>
        <p:nvPicPr>
          <p:cNvPr id="36890" name="图片 3688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57400" y="6172200"/>
            <a:ext cx="9229756" cy="27559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6891" name="文本框 36890"/>
          <p:cNvSpPr txBox="1"/>
          <p:nvPr/>
        </p:nvSpPr>
        <p:spPr>
          <a:xfrm>
            <a:off x="2273300" y="6413500"/>
            <a:ext cx="1752600" cy="34290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pPr eaLnBrk="1" hangingPunct="1"/>
            <a:r>
              <a:rPr lang="zh-CN" altLang="en-US" sz="2700" dirty="0">
                <a:solidFill>
                  <a:srgbClr val="007977"/>
                </a:solidFill>
                <a:latin typeface="宋体" panose="02010600030101010101" pitchFamily="2" charset="-122"/>
              </a:rPr>
              <a:t>输入界面</a:t>
            </a:r>
          </a:p>
        </p:txBody>
      </p:sp>
      <p:sp>
        <p:nvSpPr>
          <p:cNvPr id="36892" name="文本框 36891"/>
          <p:cNvSpPr txBox="1"/>
          <p:nvPr/>
        </p:nvSpPr>
        <p:spPr>
          <a:xfrm>
            <a:off x="3644900" y="6413500"/>
            <a:ext cx="469900" cy="34290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pPr eaLnBrk="1" hangingPunct="1"/>
            <a:r>
              <a:rPr lang="en-US" altLang="zh-CN" sz="2700">
                <a:solidFill>
                  <a:srgbClr val="007977"/>
                </a:solidFill>
                <a:latin typeface="Arial" panose="020B0604020202020204" pitchFamily="34" charset="0"/>
              </a:rPr>
              <a:t> </a:t>
            </a:r>
          </a:p>
          <a:p>
            <a:pPr eaLnBrk="1" hangingPunct="1"/>
            <a:endParaRPr lang="en-US" altLang="zh-CN" sz="2700">
              <a:solidFill>
                <a:srgbClr val="007977"/>
              </a:solidFill>
              <a:latin typeface="Arial" panose="020B0604020202020204" pitchFamily="34" charset="0"/>
            </a:endParaRPr>
          </a:p>
        </p:txBody>
      </p:sp>
      <p:sp>
        <p:nvSpPr>
          <p:cNvPr id="36893" name="文本框 36892"/>
          <p:cNvSpPr txBox="1"/>
          <p:nvPr/>
        </p:nvSpPr>
        <p:spPr>
          <a:xfrm>
            <a:off x="2273300" y="8013700"/>
            <a:ext cx="1739900" cy="34290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pPr eaLnBrk="1" hangingPunct="1"/>
            <a:r>
              <a:rPr lang="zh-CN" altLang="en-US" sz="2700" dirty="0">
                <a:solidFill>
                  <a:srgbClr val="007977"/>
                </a:solidFill>
                <a:latin typeface="宋体" panose="02010600030101010101" pitchFamily="2" charset="-122"/>
              </a:rPr>
              <a:t>输出界面</a:t>
            </a:r>
          </a:p>
        </p:txBody>
      </p:sp>
      <p:sp>
        <p:nvSpPr>
          <p:cNvPr id="36894" name="文本框 36893"/>
          <p:cNvSpPr txBox="1"/>
          <p:nvPr/>
        </p:nvSpPr>
        <p:spPr>
          <a:xfrm>
            <a:off x="3644900" y="8013700"/>
            <a:ext cx="469900" cy="34290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pPr eaLnBrk="1" hangingPunct="1"/>
            <a:r>
              <a:rPr lang="en-US" altLang="zh-CN" sz="2700">
                <a:solidFill>
                  <a:srgbClr val="007977"/>
                </a:solidFill>
                <a:latin typeface="Arial" panose="020B0604020202020204" pitchFamily="34" charset="0"/>
              </a:rPr>
              <a:t> </a:t>
            </a:r>
          </a:p>
          <a:p>
            <a:pPr eaLnBrk="1" hangingPunct="1"/>
            <a:endParaRPr lang="en-US" altLang="zh-CN" sz="2700">
              <a:solidFill>
                <a:srgbClr val="007977"/>
              </a:solidFill>
              <a:latin typeface="Arial" panose="020B0604020202020204" pitchFamily="34" charset="0"/>
            </a:endParaRPr>
          </a:p>
        </p:txBody>
      </p:sp>
      <p:sp>
        <p:nvSpPr>
          <p:cNvPr id="36895" name="文本框 36894"/>
          <p:cNvSpPr txBox="1"/>
          <p:nvPr/>
        </p:nvSpPr>
        <p:spPr>
          <a:xfrm>
            <a:off x="5929306" y="7072326"/>
            <a:ext cx="1536700" cy="35560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pPr eaLnBrk="1" hangingPunct="1"/>
            <a:r>
              <a:rPr lang="en-US" altLang="zh-CN" sz="2700" dirty="0" err="1">
                <a:solidFill>
                  <a:srgbClr val="007977"/>
                </a:solidFill>
                <a:latin typeface="Arial" panose="020B0604020202020204" pitchFamily="34" charset="0"/>
              </a:rPr>
              <a:t>Servlet</a:t>
            </a:r>
            <a:r>
              <a:rPr lang="en-US" altLang="zh-CN" sz="2700" dirty="0">
                <a:solidFill>
                  <a:srgbClr val="007977"/>
                </a:solidFill>
                <a:latin typeface="Arial" panose="020B0604020202020204" pitchFamily="34" charset="0"/>
              </a:rPr>
              <a:t> </a:t>
            </a:r>
          </a:p>
          <a:p>
            <a:pPr eaLnBrk="1" hangingPunct="1"/>
            <a:endParaRPr lang="en-US" altLang="zh-CN" sz="2700" dirty="0">
              <a:solidFill>
                <a:srgbClr val="007977"/>
              </a:solidFill>
              <a:latin typeface="Arial" panose="020B0604020202020204" pitchFamily="34" charset="0"/>
            </a:endParaRPr>
          </a:p>
        </p:txBody>
      </p:sp>
      <p:sp>
        <p:nvSpPr>
          <p:cNvPr id="36896" name="文本框 36895"/>
          <p:cNvSpPr txBox="1"/>
          <p:nvPr/>
        </p:nvSpPr>
        <p:spPr>
          <a:xfrm>
            <a:off x="9215454" y="7143764"/>
            <a:ext cx="1993900" cy="35560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pPr eaLnBrk="1" hangingPunct="1"/>
            <a:r>
              <a:rPr lang="en-US" altLang="zh-CN" sz="2700" dirty="0" err="1">
                <a:solidFill>
                  <a:srgbClr val="007977"/>
                </a:solidFill>
                <a:latin typeface="Arial" panose="020B0604020202020204" pitchFamily="34" charset="0"/>
              </a:rPr>
              <a:t>JavaBean</a:t>
            </a:r>
            <a:r>
              <a:rPr lang="en-US" altLang="zh-CN" sz="2700" dirty="0">
                <a:solidFill>
                  <a:srgbClr val="007977"/>
                </a:solidFill>
                <a:latin typeface="Arial" panose="020B0604020202020204" pitchFamily="34" charset="0"/>
              </a:rPr>
              <a:t> </a:t>
            </a:r>
          </a:p>
          <a:p>
            <a:pPr eaLnBrk="1" hangingPunct="1"/>
            <a:endParaRPr lang="en-US" altLang="zh-CN" sz="2700" dirty="0">
              <a:solidFill>
                <a:srgbClr val="007977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3" name="文本框 53252"/>
          <p:cNvSpPr txBox="1"/>
          <p:nvPr/>
        </p:nvSpPr>
        <p:spPr>
          <a:xfrm>
            <a:off x="8331200" y="330200"/>
            <a:ext cx="558800" cy="83820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pPr eaLnBrk="1" hangingPunct="1"/>
            <a:r>
              <a:rPr lang="en-US" altLang="zh-CN" sz="5900">
                <a:solidFill>
                  <a:srgbClr val="FFFFFF"/>
                </a:solidFill>
                <a:latin typeface="Times" pitchFamily="34" charset="0"/>
              </a:rPr>
              <a:t> </a:t>
            </a:r>
          </a:p>
          <a:p>
            <a:pPr eaLnBrk="1" hangingPunct="1"/>
            <a:endParaRPr lang="en-US" altLang="zh-CN" sz="5900">
              <a:solidFill>
                <a:srgbClr val="FFFFFF"/>
              </a:solidFill>
              <a:latin typeface="Times" pitchFamily="34" charset="0"/>
            </a:endParaRPr>
          </a:p>
        </p:txBody>
      </p:sp>
      <p:sp>
        <p:nvSpPr>
          <p:cNvPr id="53254" name="文本框 53253"/>
          <p:cNvSpPr txBox="1"/>
          <p:nvPr/>
        </p:nvSpPr>
        <p:spPr>
          <a:xfrm>
            <a:off x="787400" y="1816100"/>
            <a:ext cx="12642896" cy="1649169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lstStyle/>
          <a:p>
            <a:pPr eaLnBrk="1" hangingPunct="1">
              <a:lnSpc>
                <a:spcPct val="150000"/>
              </a:lnSpc>
            </a:pPr>
            <a:r>
              <a:rPr lang="en-US" altLang="zh-CN" sz="3600" dirty="0" smtClean="0"/>
              <a:t>ModeL2</a:t>
            </a:r>
            <a:r>
              <a:rPr lang="zh-CN" altLang="en-US" sz="3600" dirty="0" smtClean="0"/>
              <a:t>体系结构称为</a:t>
            </a:r>
            <a:r>
              <a:rPr lang="en-US" altLang="zh-CN" sz="3600" dirty="0" smtClean="0"/>
              <a:t>MVC</a:t>
            </a:r>
            <a:r>
              <a:rPr lang="zh-CN" altLang="en-US" sz="3600" dirty="0" smtClean="0"/>
              <a:t>（</a:t>
            </a:r>
            <a:r>
              <a:rPr lang="en-US" altLang="zh-CN" sz="3600" b="1" dirty="0" smtClean="0">
                <a:solidFill>
                  <a:srgbClr val="FF0000"/>
                </a:solidFill>
                <a:latin typeface="Times New Roman Bold" pitchFamily="34" charset="0"/>
              </a:rPr>
              <a:t>Model-View-Controller</a:t>
            </a:r>
            <a:r>
              <a:rPr lang="zh-CN" altLang="en-US" sz="3600" b="1" dirty="0" smtClean="0">
                <a:solidFill>
                  <a:srgbClr val="FF0000"/>
                </a:solidFill>
                <a:latin typeface="Times New Roman Bold" pitchFamily="34" charset="0"/>
              </a:rPr>
              <a:t>）设计模式。将</a:t>
            </a:r>
            <a:r>
              <a:rPr lang="en-US" altLang="zh-CN" sz="3600" b="1" dirty="0" smtClean="0">
                <a:solidFill>
                  <a:srgbClr val="FF0000"/>
                </a:solidFill>
                <a:latin typeface="Times New Roman Bold" pitchFamily="34" charset="0"/>
              </a:rPr>
              <a:t>web</a:t>
            </a:r>
            <a:r>
              <a:rPr lang="zh-CN" altLang="en-US" sz="3600" b="1" dirty="0" smtClean="0">
                <a:solidFill>
                  <a:srgbClr val="FF0000"/>
                </a:solidFill>
                <a:latin typeface="Times New Roman Bold" pitchFamily="34" charset="0"/>
              </a:rPr>
              <a:t>组件分为三个部分，</a:t>
            </a:r>
            <a:r>
              <a:rPr lang="zh-CN" altLang="en-US" sz="3600" dirty="0" smtClean="0">
                <a:solidFill>
                  <a:srgbClr val="000000"/>
                </a:solidFill>
                <a:latin typeface="宋体" panose="02010600030101010101" pitchFamily="2" charset="-122"/>
              </a:rPr>
              <a:t>每个组件完成各自的任务。</a:t>
            </a:r>
            <a:endParaRPr lang="en-US" altLang="zh-CN" sz="4100" dirty="0">
              <a:solidFill>
                <a:srgbClr val="000000"/>
              </a:solidFill>
              <a:latin typeface="Times New Roman" panose="02020603050405020304" charset="0"/>
            </a:endParaRPr>
          </a:p>
        </p:txBody>
      </p:sp>
      <p:sp>
        <p:nvSpPr>
          <p:cNvPr id="53272" name="文本框 53271"/>
          <p:cNvSpPr txBox="1"/>
          <p:nvPr/>
        </p:nvSpPr>
        <p:spPr>
          <a:xfrm>
            <a:off x="11963400" y="3111500"/>
            <a:ext cx="647700" cy="52070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pPr eaLnBrk="1" hangingPunct="1"/>
            <a:r>
              <a:rPr lang="en-US" altLang="zh-CN" sz="4100">
                <a:solidFill>
                  <a:srgbClr val="000000"/>
                </a:solidFill>
                <a:latin typeface="Times New Roman" panose="02020603050405020304" charset="0"/>
              </a:rPr>
              <a:t>  </a:t>
            </a:r>
          </a:p>
        </p:txBody>
      </p:sp>
      <p:sp>
        <p:nvSpPr>
          <p:cNvPr id="53274" name="文本框 53273"/>
          <p:cNvSpPr txBox="1"/>
          <p:nvPr/>
        </p:nvSpPr>
        <p:spPr>
          <a:xfrm>
            <a:off x="785770" y="3643302"/>
            <a:ext cx="13716000" cy="1785104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lstStyle/>
          <a:p>
            <a:pPr eaLnBrk="1" hangingPunct="1"/>
            <a:r>
              <a:rPr lang="en-US" altLang="zh-CN" sz="2800" dirty="0" smtClean="0">
                <a:solidFill>
                  <a:srgbClr val="000000"/>
                </a:solidFill>
                <a:latin typeface="宋体" panose="02010600030101010101" pitchFamily="2" charset="-122"/>
              </a:rPr>
              <a:t>1</a:t>
            </a:r>
            <a:r>
              <a:rPr lang="zh-CN" altLang="en-US" sz="2800" dirty="0" smtClean="0">
                <a:solidFill>
                  <a:srgbClr val="000000"/>
                </a:solidFill>
                <a:latin typeface="宋体" panose="02010600030101010101" pitchFamily="2" charset="-122"/>
              </a:rPr>
              <a:t>、模型（</a:t>
            </a:r>
            <a:r>
              <a:rPr lang="en-US" altLang="zh-CN" sz="2800" dirty="0" smtClean="0">
                <a:solidFill>
                  <a:srgbClr val="000000"/>
                </a:solidFill>
                <a:latin typeface="宋体" panose="02010600030101010101" pitchFamily="2" charset="-122"/>
              </a:rPr>
              <a:t>model) 2</a:t>
            </a:r>
            <a:r>
              <a:rPr lang="zh-CN" altLang="en-US" sz="2800" dirty="0" smtClean="0">
                <a:solidFill>
                  <a:srgbClr val="000000"/>
                </a:solidFill>
                <a:latin typeface="宋体" panose="02010600030101010101" pitchFamily="2" charset="-122"/>
              </a:rPr>
              <a:t>、视图（</a:t>
            </a:r>
            <a:r>
              <a:rPr lang="en-US" altLang="zh-CN" sz="2800" dirty="0" smtClean="0">
                <a:solidFill>
                  <a:srgbClr val="000000"/>
                </a:solidFill>
                <a:latin typeface="Times New Roman" panose="02020603050405020304" charset="0"/>
              </a:rPr>
              <a:t>view)</a:t>
            </a:r>
            <a:r>
              <a:rPr lang="en-US" altLang="zh-CN" sz="2800" dirty="0" smtClean="0">
                <a:solidFill>
                  <a:srgbClr val="000000"/>
                </a:solidFill>
                <a:latin typeface="宋体" panose="02010600030101010101" pitchFamily="2" charset="-122"/>
              </a:rPr>
              <a:t> 3</a:t>
            </a:r>
            <a:r>
              <a:rPr lang="zh-CN" altLang="en-US" sz="2800" dirty="0" smtClean="0">
                <a:solidFill>
                  <a:srgbClr val="000000"/>
                </a:solidFill>
                <a:latin typeface="宋体" panose="02010600030101010101" pitchFamily="2" charset="-122"/>
              </a:rPr>
              <a:t>、控制器（</a:t>
            </a:r>
            <a:r>
              <a:rPr lang="en-US" altLang="zh-CN" sz="2800" dirty="0" smtClean="0">
                <a:solidFill>
                  <a:srgbClr val="000000"/>
                </a:solidFill>
                <a:latin typeface="宋体" panose="02010600030101010101" pitchFamily="2" charset="-122"/>
              </a:rPr>
              <a:t>controller)</a:t>
            </a:r>
            <a:endParaRPr lang="zh-CN" altLang="en-US" sz="2800" dirty="0" smtClean="0">
              <a:solidFill>
                <a:srgbClr val="000000"/>
              </a:solidFill>
              <a:latin typeface="宋体" panose="02010600030101010101" pitchFamily="2" charset="-122"/>
            </a:endParaRPr>
          </a:p>
          <a:p>
            <a:pPr eaLnBrk="1" hangingPunct="1"/>
            <a:endParaRPr lang="en-US" altLang="zh-CN" sz="4100" dirty="0" smtClean="0">
              <a:solidFill>
                <a:srgbClr val="000000"/>
              </a:solidFill>
              <a:latin typeface="Times New Roman" panose="02020603050405020304" charset="0"/>
            </a:endParaRPr>
          </a:p>
          <a:p>
            <a:pPr eaLnBrk="1" hangingPunct="1"/>
            <a:endParaRPr lang="zh-CN" altLang="en-US" sz="4100" dirty="0">
              <a:solidFill>
                <a:srgbClr val="000000"/>
              </a:solidFill>
              <a:latin typeface="宋体" panose="02010600030101010101" pitchFamily="2" charset="-122"/>
            </a:endParaRPr>
          </a:p>
        </p:txBody>
      </p:sp>
      <p:sp>
        <p:nvSpPr>
          <p:cNvPr id="53291" name="文本框 53290"/>
          <p:cNvSpPr txBox="1"/>
          <p:nvPr/>
        </p:nvSpPr>
        <p:spPr>
          <a:xfrm>
            <a:off x="6845300" y="6985000"/>
            <a:ext cx="457200" cy="34290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pPr eaLnBrk="1" hangingPunct="1"/>
            <a:r>
              <a:rPr lang="en-US" altLang="zh-CN" sz="2700">
                <a:solidFill>
                  <a:srgbClr val="0032CB"/>
                </a:solidFill>
                <a:latin typeface="Times" pitchFamily="34" charset="0"/>
              </a:rPr>
              <a:t> </a:t>
            </a:r>
          </a:p>
        </p:txBody>
      </p:sp>
      <p:sp>
        <p:nvSpPr>
          <p:cNvPr id="53301" name="文本框 53300"/>
          <p:cNvSpPr txBox="1"/>
          <p:nvPr/>
        </p:nvSpPr>
        <p:spPr>
          <a:xfrm>
            <a:off x="8572500" y="6896100"/>
            <a:ext cx="457200" cy="36830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pPr eaLnBrk="1" hangingPunct="1"/>
            <a:r>
              <a:rPr lang="en-US" altLang="zh-CN" sz="2700">
                <a:solidFill>
                  <a:srgbClr val="0032CB"/>
                </a:solidFill>
                <a:latin typeface="Times" pitchFamily="34" charset="0"/>
              </a:rPr>
              <a:t> </a:t>
            </a:r>
          </a:p>
        </p:txBody>
      </p:sp>
      <p:sp>
        <p:nvSpPr>
          <p:cNvPr id="53303" name="文本框 53302"/>
          <p:cNvSpPr txBox="1"/>
          <p:nvPr/>
        </p:nvSpPr>
        <p:spPr>
          <a:xfrm>
            <a:off x="12204700" y="7823200"/>
            <a:ext cx="457200" cy="36830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pPr eaLnBrk="1" hangingPunct="1"/>
            <a:r>
              <a:rPr lang="en-US" altLang="zh-CN" sz="2700">
                <a:solidFill>
                  <a:srgbClr val="0032CB"/>
                </a:solidFill>
                <a:latin typeface="Times" pitchFamily="34" charset="0"/>
              </a:rPr>
              <a:t> </a:t>
            </a:r>
          </a:p>
          <a:p>
            <a:pPr eaLnBrk="1" hangingPunct="1"/>
            <a:endParaRPr lang="en-US" altLang="zh-CN" sz="2700">
              <a:solidFill>
                <a:srgbClr val="0032CB"/>
              </a:solidFill>
              <a:latin typeface="Times" pitchFamily="34" charset="0"/>
            </a:endParaRPr>
          </a:p>
        </p:txBody>
      </p:sp>
      <p:sp>
        <p:nvSpPr>
          <p:cNvPr id="53307" name="文本框 53306"/>
          <p:cNvSpPr txBox="1"/>
          <p:nvPr/>
        </p:nvSpPr>
        <p:spPr>
          <a:xfrm>
            <a:off x="11150600" y="7518400"/>
            <a:ext cx="457200" cy="34290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pPr eaLnBrk="1" hangingPunct="1"/>
            <a:r>
              <a:rPr lang="en-US" altLang="zh-CN" sz="2700">
                <a:solidFill>
                  <a:srgbClr val="0032CB"/>
                </a:solidFill>
                <a:latin typeface="Times" pitchFamily="34" charset="0"/>
              </a:rPr>
              <a:t> </a:t>
            </a:r>
          </a:p>
        </p:txBody>
      </p:sp>
      <p:sp>
        <p:nvSpPr>
          <p:cNvPr id="53309" name="文本框 53308"/>
          <p:cNvSpPr txBox="1"/>
          <p:nvPr/>
        </p:nvSpPr>
        <p:spPr>
          <a:xfrm>
            <a:off x="3403600" y="8331200"/>
            <a:ext cx="546100" cy="34290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pPr eaLnBrk="1" hangingPunct="1"/>
            <a:r>
              <a:rPr lang="en-US" altLang="zh-CN" sz="2700">
                <a:solidFill>
                  <a:srgbClr val="0032CB"/>
                </a:solidFill>
                <a:latin typeface="宋体" panose="02010600030101010101" pitchFamily="2" charset="-122"/>
              </a:rPr>
              <a:t> </a:t>
            </a:r>
          </a:p>
        </p:txBody>
      </p:sp>
      <p:sp>
        <p:nvSpPr>
          <p:cNvPr id="53311" name="文本框 53310"/>
          <p:cNvSpPr txBox="1"/>
          <p:nvPr/>
        </p:nvSpPr>
        <p:spPr>
          <a:xfrm>
            <a:off x="4254500" y="8331200"/>
            <a:ext cx="457200" cy="34290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pPr eaLnBrk="1" hangingPunct="1"/>
            <a:r>
              <a:rPr lang="en-US" altLang="zh-CN" sz="2700">
                <a:solidFill>
                  <a:srgbClr val="0032CB"/>
                </a:solidFill>
                <a:latin typeface="Times" pitchFamily="34" charset="0"/>
              </a:rPr>
              <a:t> </a:t>
            </a:r>
          </a:p>
          <a:p>
            <a:pPr eaLnBrk="1" hangingPunct="1"/>
            <a:endParaRPr lang="en-US" altLang="zh-CN" sz="2700">
              <a:solidFill>
                <a:srgbClr val="0032CB"/>
              </a:solidFill>
              <a:latin typeface="Times" pitchFamily="34" charset="0"/>
            </a:endParaRPr>
          </a:p>
        </p:txBody>
      </p:sp>
      <p:sp>
        <p:nvSpPr>
          <p:cNvPr id="53316" name="文本框 53315"/>
          <p:cNvSpPr txBox="1"/>
          <p:nvPr/>
        </p:nvSpPr>
        <p:spPr>
          <a:xfrm>
            <a:off x="6718300" y="9004300"/>
            <a:ext cx="457200" cy="34290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pPr eaLnBrk="1" hangingPunct="1"/>
            <a:r>
              <a:rPr lang="en-US" altLang="zh-CN" sz="2700">
                <a:solidFill>
                  <a:srgbClr val="0032CB"/>
                </a:solidFill>
                <a:latin typeface="Times" pitchFamily="34" charset="0"/>
              </a:rPr>
              <a:t> </a:t>
            </a:r>
          </a:p>
        </p:txBody>
      </p:sp>
      <p:sp>
        <p:nvSpPr>
          <p:cNvPr id="53322" name="文本框 53321"/>
          <p:cNvSpPr txBox="1"/>
          <p:nvPr/>
        </p:nvSpPr>
        <p:spPr>
          <a:xfrm>
            <a:off x="8572500" y="9410700"/>
            <a:ext cx="457200" cy="36830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pPr eaLnBrk="1" hangingPunct="1"/>
            <a:r>
              <a:rPr lang="en-US" altLang="zh-CN" sz="2700">
                <a:solidFill>
                  <a:srgbClr val="0032CB"/>
                </a:solidFill>
                <a:latin typeface="Times" pitchFamily="34" charset="0"/>
              </a:rPr>
              <a:t> </a:t>
            </a:r>
          </a:p>
          <a:p>
            <a:pPr eaLnBrk="1" hangingPunct="1"/>
            <a:endParaRPr lang="en-US" altLang="zh-CN" sz="2700">
              <a:solidFill>
                <a:srgbClr val="0032CB"/>
              </a:solidFill>
              <a:latin typeface="Times" pitchFamily="34" charset="0"/>
            </a:endParaRPr>
          </a:p>
        </p:txBody>
      </p:sp>
      <p:sp>
        <p:nvSpPr>
          <p:cNvPr id="53327" name="文本框 53326"/>
          <p:cNvSpPr txBox="1"/>
          <p:nvPr/>
        </p:nvSpPr>
        <p:spPr>
          <a:xfrm>
            <a:off x="6883400" y="7823200"/>
            <a:ext cx="457200" cy="34290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pPr eaLnBrk="1" hangingPunct="1"/>
            <a:r>
              <a:rPr lang="en-US" altLang="zh-CN" sz="2700">
                <a:solidFill>
                  <a:srgbClr val="0032CB"/>
                </a:solidFill>
                <a:latin typeface="Times" pitchFamily="34" charset="0"/>
              </a:rPr>
              <a:t> </a:t>
            </a:r>
          </a:p>
          <a:p>
            <a:pPr eaLnBrk="1" hangingPunct="1"/>
            <a:endParaRPr lang="en-US" altLang="zh-CN" sz="2700">
              <a:solidFill>
                <a:srgbClr val="0032CB"/>
              </a:solidFill>
              <a:latin typeface="Times" pitchFamily="34" charset="0"/>
            </a:endParaRPr>
          </a:p>
        </p:txBody>
      </p:sp>
      <p:sp>
        <p:nvSpPr>
          <p:cNvPr id="53329" name="文本框 53328"/>
          <p:cNvSpPr txBox="1"/>
          <p:nvPr/>
        </p:nvSpPr>
        <p:spPr>
          <a:xfrm>
            <a:off x="7454900" y="7988300"/>
            <a:ext cx="457200" cy="36830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pPr eaLnBrk="1" hangingPunct="1"/>
            <a:r>
              <a:rPr lang="en-US" altLang="zh-CN" sz="2700">
                <a:solidFill>
                  <a:srgbClr val="0032CB"/>
                </a:solidFill>
                <a:latin typeface="Times New Roman" panose="02020603050405020304" charset="0"/>
              </a:rPr>
              <a:t> </a:t>
            </a:r>
          </a:p>
        </p:txBody>
      </p:sp>
      <p:sp>
        <p:nvSpPr>
          <p:cNvPr id="53336" name="文本框 53335"/>
          <p:cNvSpPr txBox="1"/>
          <p:nvPr/>
        </p:nvSpPr>
        <p:spPr>
          <a:xfrm>
            <a:off x="2336800" y="7213600"/>
            <a:ext cx="457200" cy="34290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pPr eaLnBrk="1" hangingPunct="1"/>
            <a:r>
              <a:rPr lang="en-US" altLang="zh-CN" sz="2700">
                <a:solidFill>
                  <a:srgbClr val="0032CB"/>
                </a:solidFill>
                <a:latin typeface="Times" pitchFamily="34" charset="0"/>
              </a:rPr>
              <a:t> </a:t>
            </a:r>
          </a:p>
          <a:p>
            <a:pPr eaLnBrk="1" hangingPunct="1"/>
            <a:endParaRPr lang="en-US" altLang="zh-CN" sz="2700">
              <a:solidFill>
                <a:srgbClr val="0032CB"/>
              </a:solidFill>
              <a:latin typeface="Times" pitchFamily="34" charset="0"/>
            </a:endParaRPr>
          </a:p>
        </p:txBody>
      </p:sp>
      <p:sp>
        <p:nvSpPr>
          <p:cNvPr id="88" name="文本框 36871"/>
          <p:cNvSpPr txBox="1"/>
          <p:nvPr/>
        </p:nvSpPr>
        <p:spPr>
          <a:xfrm>
            <a:off x="500018" y="642906"/>
            <a:ext cx="14144724" cy="1107996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lstStyle/>
          <a:p>
            <a:pPr eaLnBrk="1" hangingPunct="1"/>
            <a:r>
              <a:rPr lang="en-US" altLang="zh-CN" sz="4800" b="1" dirty="0" smtClean="0">
                <a:solidFill>
                  <a:srgbClr val="003298"/>
                </a:solidFill>
                <a:latin typeface="Arial" panose="020B0604020202020204" pitchFamily="34" charset="0"/>
              </a:rPr>
              <a:t>1.4.4</a:t>
            </a:r>
            <a:r>
              <a:rPr lang="zh-CN" altLang="en-US" sz="4800" b="1" dirty="0" smtClean="0">
                <a:solidFill>
                  <a:srgbClr val="003298"/>
                </a:solidFill>
                <a:latin typeface="宋体" panose="02010600030101010101" pitchFamily="2" charset="-122"/>
              </a:rPr>
              <a:t>模型</a:t>
            </a:r>
            <a:r>
              <a:rPr lang="en-US" altLang="zh-CN" sz="4800" b="1" dirty="0" smtClean="0">
                <a:solidFill>
                  <a:srgbClr val="003298"/>
                </a:solidFill>
                <a:latin typeface="宋体" panose="02010600030101010101" pitchFamily="2" charset="-122"/>
              </a:rPr>
              <a:t>2</a:t>
            </a:r>
            <a:r>
              <a:rPr lang="zh-CN" altLang="en-US" sz="4800" b="1" dirty="0" smtClean="0">
                <a:solidFill>
                  <a:srgbClr val="003298"/>
                </a:solidFill>
                <a:latin typeface="宋体" panose="02010600030101010101" pitchFamily="2" charset="-122"/>
              </a:rPr>
              <a:t>：</a:t>
            </a:r>
            <a:r>
              <a:rPr lang="en-US" altLang="zh-CN" sz="4800" b="1" dirty="0" err="1" smtClean="0">
                <a:solidFill>
                  <a:srgbClr val="003298"/>
                </a:solidFill>
              </a:rPr>
              <a:t>JSP+JavaBean+Servlet</a:t>
            </a:r>
            <a:r>
              <a:rPr lang="en-US" altLang="zh-CN" sz="6600" dirty="0" smtClean="0">
                <a:solidFill>
                  <a:srgbClr val="003298"/>
                </a:solidFill>
                <a:latin typeface="Arial" panose="020B0604020202020204" pitchFamily="34" charset="0"/>
              </a:rPr>
              <a:t> </a:t>
            </a:r>
            <a:endParaRPr lang="en-US" altLang="zh-CN" sz="6600" dirty="0">
              <a:solidFill>
                <a:srgbClr val="003298"/>
              </a:solidFill>
              <a:latin typeface="Arial" panose="020B0604020202020204" pitchFamily="34" charset="0"/>
            </a:endParaRPr>
          </a:p>
        </p:txBody>
      </p:sp>
      <p:pic>
        <p:nvPicPr>
          <p:cNvPr id="31746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0" y="4643434"/>
            <a:ext cx="13716000" cy="564356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17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4" name="文本框 37893"/>
          <p:cNvSpPr txBox="1"/>
          <p:nvPr/>
        </p:nvSpPr>
        <p:spPr>
          <a:xfrm>
            <a:off x="7658100" y="101600"/>
            <a:ext cx="723900" cy="35560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pPr eaLnBrk="1" hangingPunct="1"/>
            <a:r>
              <a:rPr lang="zh-CN" altLang="en-US" sz="2700">
                <a:solidFill>
                  <a:srgbClr val="007977"/>
                </a:solidFill>
                <a:latin typeface="宋体" panose="02010600030101010101" pitchFamily="2" charset="-122"/>
              </a:rPr>
              <a:t>）</a:t>
            </a:r>
          </a:p>
        </p:txBody>
      </p:sp>
      <p:sp>
        <p:nvSpPr>
          <p:cNvPr id="37895" name="文本框 37894"/>
          <p:cNvSpPr txBox="1"/>
          <p:nvPr/>
        </p:nvSpPr>
        <p:spPr>
          <a:xfrm>
            <a:off x="8001000" y="101600"/>
            <a:ext cx="469900" cy="35560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pPr eaLnBrk="1" hangingPunct="1"/>
            <a:r>
              <a:rPr lang="en-US" altLang="zh-CN" sz="2700">
                <a:solidFill>
                  <a:srgbClr val="007977"/>
                </a:solidFill>
                <a:latin typeface="Arial" panose="020B0604020202020204" pitchFamily="34" charset="0"/>
              </a:rPr>
              <a:t> </a:t>
            </a:r>
          </a:p>
          <a:p>
            <a:pPr eaLnBrk="1" hangingPunct="1"/>
            <a:endParaRPr lang="en-US" altLang="zh-CN" sz="2700">
              <a:solidFill>
                <a:srgbClr val="007977"/>
              </a:solidFill>
              <a:latin typeface="Arial" panose="020B0604020202020204" pitchFamily="34" charset="0"/>
            </a:endParaRPr>
          </a:p>
        </p:txBody>
      </p:sp>
      <p:sp>
        <p:nvSpPr>
          <p:cNvPr id="37902" name="文本框 37901"/>
          <p:cNvSpPr txBox="1"/>
          <p:nvPr/>
        </p:nvSpPr>
        <p:spPr>
          <a:xfrm>
            <a:off x="1092200" y="2971800"/>
            <a:ext cx="6337304" cy="830997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lstStyle/>
          <a:p>
            <a:pPr eaLnBrk="1" hangingPunct="1">
              <a:buFont typeface="Wingdings" pitchFamily="2" charset="2"/>
              <a:buChar char="u"/>
            </a:pPr>
            <a:r>
              <a:rPr lang="zh-CN" altLang="en-US" sz="4800" dirty="0">
                <a:latin typeface="宋体" panose="02010600030101010101" pitchFamily="2" charset="-122"/>
              </a:rPr>
              <a:t>优点</a:t>
            </a:r>
          </a:p>
        </p:txBody>
      </p:sp>
      <p:sp>
        <p:nvSpPr>
          <p:cNvPr id="37903" name="文本框 37902"/>
          <p:cNvSpPr txBox="1"/>
          <p:nvPr/>
        </p:nvSpPr>
        <p:spPr>
          <a:xfrm>
            <a:off x="2324100" y="2971800"/>
            <a:ext cx="546100" cy="67310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pPr eaLnBrk="1" hangingPunct="1"/>
            <a:r>
              <a:rPr lang="en-US" altLang="zh-CN" sz="4800">
                <a:solidFill>
                  <a:srgbClr val="007977"/>
                </a:solidFill>
                <a:latin typeface="Arial" panose="020B0604020202020204" pitchFamily="34" charset="0"/>
              </a:rPr>
              <a:t> </a:t>
            </a:r>
          </a:p>
          <a:p>
            <a:pPr eaLnBrk="1" hangingPunct="1"/>
            <a:endParaRPr lang="en-US" altLang="zh-CN" sz="4800">
              <a:solidFill>
                <a:srgbClr val="007977"/>
              </a:solidFill>
              <a:latin typeface="Arial" panose="020B0604020202020204" pitchFamily="34" charset="0"/>
            </a:endParaRPr>
          </a:p>
        </p:txBody>
      </p:sp>
      <p:sp>
        <p:nvSpPr>
          <p:cNvPr id="37905" name="文本框 37904"/>
          <p:cNvSpPr txBox="1"/>
          <p:nvPr/>
        </p:nvSpPr>
        <p:spPr>
          <a:xfrm>
            <a:off x="1727200" y="3822700"/>
            <a:ext cx="2501900" cy="58420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pPr eaLnBrk="1" hangingPunct="1"/>
            <a:r>
              <a:rPr lang="zh-CN" altLang="en-US" sz="4100" dirty="0">
                <a:solidFill>
                  <a:srgbClr val="007977"/>
                </a:solidFill>
                <a:latin typeface="宋体" panose="02010600030101010101" pitchFamily="2" charset="-122"/>
              </a:rPr>
              <a:t>分工清晰</a:t>
            </a:r>
          </a:p>
        </p:txBody>
      </p:sp>
      <p:sp>
        <p:nvSpPr>
          <p:cNvPr id="37908" name="文本框 37907"/>
          <p:cNvSpPr txBox="1"/>
          <p:nvPr/>
        </p:nvSpPr>
        <p:spPr>
          <a:xfrm>
            <a:off x="1714464" y="4571996"/>
            <a:ext cx="11488782" cy="1354217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lstStyle/>
          <a:p>
            <a:pPr eaLnBrk="1" hangingPunct="1"/>
            <a:r>
              <a:rPr lang="en-US" altLang="zh-CN" sz="4100" dirty="0" smtClean="0">
                <a:solidFill>
                  <a:srgbClr val="007977"/>
                </a:solidFill>
                <a:latin typeface="Arial" panose="020B0604020202020204" pitchFamily="34" charset="0"/>
              </a:rPr>
              <a:t>JSP</a:t>
            </a:r>
            <a:r>
              <a:rPr lang="zh-CN" altLang="en-US" sz="4100" dirty="0" smtClean="0">
                <a:solidFill>
                  <a:srgbClr val="007977"/>
                </a:solidFill>
                <a:latin typeface="宋体" panose="02010600030101010101" pitchFamily="2" charset="-122"/>
              </a:rPr>
              <a:t>代码主要用于输入和输出，便于维护</a:t>
            </a:r>
          </a:p>
          <a:p>
            <a:pPr eaLnBrk="1" hangingPunct="1"/>
            <a:endParaRPr lang="en-US" altLang="zh-CN" sz="4100" dirty="0">
              <a:solidFill>
                <a:srgbClr val="007977"/>
              </a:solidFill>
              <a:latin typeface="Arial" panose="020B0604020202020204" pitchFamily="34" charset="0"/>
            </a:endParaRPr>
          </a:p>
        </p:txBody>
      </p:sp>
      <p:sp>
        <p:nvSpPr>
          <p:cNvPr id="37910" name="文本框 37909"/>
          <p:cNvSpPr txBox="1"/>
          <p:nvPr/>
        </p:nvSpPr>
        <p:spPr>
          <a:xfrm>
            <a:off x="11226800" y="4597400"/>
            <a:ext cx="520700" cy="58420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pPr eaLnBrk="1" hangingPunct="1"/>
            <a:r>
              <a:rPr lang="en-US" altLang="zh-CN" sz="4100">
                <a:solidFill>
                  <a:srgbClr val="007977"/>
                </a:solidFill>
                <a:latin typeface="Arial" panose="020B0604020202020204" pitchFamily="34" charset="0"/>
              </a:rPr>
              <a:t> </a:t>
            </a:r>
          </a:p>
        </p:txBody>
      </p:sp>
      <p:sp>
        <p:nvSpPr>
          <p:cNvPr id="37912" name="文本框 37911"/>
          <p:cNvSpPr txBox="1"/>
          <p:nvPr/>
        </p:nvSpPr>
        <p:spPr>
          <a:xfrm>
            <a:off x="1727200" y="5359400"/>
            <a:ext cx="11488782" cy="1354217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lstStyle/>
          <a:p>
            <a:pPr eaLnBrk="1" hangingPunct="1"/>
            <a:r>
              <a:rPr lang="zh-CN" altLang="en-US" sz="4100" dirty="0">
                <a:solidFill>
                  <a:srgbClr val="007977"/>
                </a:solidFill>
                <a:latin typeface="宋体" panose="02010600030101010101" pitchFamily="2" charset="-122"/>
              </a:rPr>
              <a:t>控制功能</a:t>
            </a:r>
            <a:r>
              <a:rPr lang="zh-CN" altLang="en-US" sz="4100" dirty="0" smtClean="0">
                <a:solidFill>
                  <a:srgbClr val="007977"/>
                </a:solidFill>
                <a:latin typeface="宋体" panose="02010600030101010101" pitchFamily="2" charset="-122"/>
              </a:rPr>
              <a:t>使用</a:t>
            </a:r>
            <a:r>
              <a:rPr lang="en-US" altLang="zh-CN" sz="4100" dirty="0" err="1" smtClean="0">
                <a:solidFill>
                  <a:srgbClr val="007977"/>
                </a:solidFill>
              </a:rPr>
              <a:t>Servlet</a:t>
            </a:r>
            <a:endParaRPr lang="en-US" altLang="zh-CN" sz="4100" dirty="0" smtClean="0">
              <a:solidFill>
                <a:srgbClr val="007977"/>
              </a:solidFill>
            </a:endParaRPr>
          </a:p>
          <a:p>
            <a:pPr eaLnBrk="1" hangingPunct="1"/>
            <a:endParaRPr lang="zh-CN" altLang="en-US" sz="4100" dirty="0">
              <a:solidFill>
                <a:srgbClr val="007977"/>
              </a:solidFill>
              <a:latin typeface="宋体" panose="02010600030101010101" pitchFamily="2" charset="-122"/>
            </a:endParaRPr>
          </a:p>
        </p:txBody>
      </p:sp>
      <p:sp>
        <p:nvSpPr>
          <p:cNvPr id="37915" name="文本框 37914"/>
          <p:cNvSpPr txBox="1"/>
          <p:nvPr/>
        </p:nvSpPr>
        <p:spPr>
          <a:xfrm>
            <a:off x="1142960" y="6357946"/>
            <a:ext cx="6122990" cy="830997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lstStyle/>
          <a:p>
            <a:pPr eaLnBrk="1" hangingPunct="1">
              <a:buFont typeface="Wingdings" pitchFamily="2" charset="2"/>
              <a:buChar char="u"/>
            </a:pPr>
            <a:r>
              <a:rPr lang="zh-CN" altLang="en-US" sz="4800" dirty="0">
                <a:latin typeface="宋体" panose="02010600030101010101" pitchFamily="2" charset="-122"/>
              </a:rPr>
              <a:t>缺点</a:t>
            </a:r>
          </a:p>
        </p:txBody>
      </p:sp>
      <p:sp>
        <p:nvSpPr>
          <p:cNvPr id="37918" name="文本框 37917"/>
          <p:cNvSpPr txBox="1"/>
          <p:nvPr/>
        </p:nvSpPr>
        <p:spPr>
          <a:xfrm>
            <a:off x="1785902" y="7429516"/>
            <a:ext cx="11060154" cy="723275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lstStyle/>
          <a:p>
            <a:pPr eaLnBrk="1" hangingPunct="1">
              <a:buFont typeface="Wingdings" pitchFamily="2" charset="2"/>
              <a:buChar char="Ø"/>
            </a:pPr>
            <a:r>
              <a:rPr lang="zh-CN" altLang="en-US" sz="4100" dirty="0">
                <a:solidFill>
                  <a:srgbClr val="007977"/>
                </a:solidFill>
                <a:latin typeface="宋体" panose="02010600030101010101" pitchFamily="2" charset="-122"/>
              </a:rPr>
              <a:t>作为控制器</a:t>
            </a:r>
            <a:r>
              <a:rPr lang="zh-CN" altLang="en-US" sz="4100" dirty="0" smtClean="0">
                <a:solidFill>
                  <a:srgbClr val="007977"/>
                </a:solidFill>
                <a:latin typeface="宋体" panose="02010600030101010101" pitchFamily="2" charset="-122"/>
              </a:rPr>
              <a:t>的</a:t>
            </a:r>
            <a:r>
              <a:rPr lang="en-US" altLang="zh-CN" sz="4100" dirty="0" err="1" smtClean="0">
                <a:solidFill>
                  <a:srgbClr val="007977"/>
                </a:solidFill>
              </a:rPr>
              <a:t>Servlet</a:t>
            </a:r>
            <a:r>
              <a:rPr lang="zh-CN" altLang="en-US" sz="4100" dirty="0" smtClean="0">
                <a:solidFill>
                  <a:srgbClr val="007977"/>
                </a:solidFill>
                <a:latin typeface="宋体" panose="02010600030101010101" pitchFamily="2" charset="-122"/>
              </a:rPr>
              <a:t>存在大量的重复代码。</a:t>
            </a:r>
            <a:endParaRPr lang="zh-CN" altLang="en-US" sz="4100" dirty="0">
              <a:solidFill>
                <a:srgbClr val="007977"/>
              </a:solidFill>
              <a:latin typeface="宋体" panose="02010600030101010101" pitchFamily="2" charset="-122"/>
            </a:endParaRPr>
          </a:p>
        </p:txBody>
      </p:sp>
      <p:sp>
        <p:nvSpPr>
          <p:cNvPr id="37921" name="文本框 37920"/>
          <p:cNvSpPr txBox="1"/>
          <p:nvPr/>
        </p:nvSpPr>
        <p:spPr>
          <a:xfrm>
            <a:off x="11912600" y="7010400"/>
            <a:ext cx="520700" cy="58420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pPr eaLnBrk="1" hangingPunct="1"/>
            <a:r>
              <a:rPr lang="en-US" altLang="zh-CN" sz="4100">
                <a:solidFill>
                  <a:srgbClr val="007977"/>
                </a:solidFill>
                <a:latin typeface="Arial" panose="020B0604020202020204" pitchFamily="34" charset="0"/>
              </a:rPr>
              <a:t> </a:t>
            </a:r>
          </a:p>
          <a:p>
            <a:pPr eaLnBrk="1" hangingPunct="1"/>
            <a:endParaRPr lang="en-US" altLang="zh-CN" sz="4100">
              <a:solidFill>
                <a:srgbClr val="007977"/>
              </a:solidFill>
              <a:latin typeface="Arial" panose="020B0604020202020204" pitchFamily="34" charset="0"/>
            </a:endParaRPr>
          </a:p>
        </p:txBody>
      </p:sp>
      <p:sp>
        <p:nvSpPr>
          <p:cNvPr id="27" name="文本框 36871"/>
          <p:cNvSpPr txBox="1"/>
          <p:nvPr/>
        </p:nvSpPr>
        <p:spPr>
          <a:xfrm>
            <a:off x="500018" y="642906"/>
            <a:ext cx="14144724" cy="1107996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lstStyle/>
          <a:p>
            <a:pPr eaLnBrk="1" hangingPunct="1"/>
            <a:r>
              <a:rPr lang="en-US" altLang="zh-CN" sz="4800" b="1" dirty="0" smtClean="0">
                <a:solidFill>
                  <a:srgbClr val="003298"/>
                </a:solidFill>
                <a:latin typeface="Arial" panose="020B0604020202020204" pitchFamily="34" charset="0"/>
              </a:rPr>
              <a:t>1.4.4</a:t>
            </a:r>
            <a:r>
              <a:rPr lang="zh-CN" altLang="en-US" sz="4800" b="1" dirty="0" smtClean="0">
                <a:solidFill>
                  <a:srgbClr val="003298"/>
                </a:solidFill>
                <a:latin typeface="宋体" panose="02010600030101010101" pitchFamily="2" charset="-122"/>
              </a:rPr>
              <a:t>模型</a:t>
            </a:r>
            <a:r>
              <a:rPr lang="en-US" altLang="zh-CN" sz="4800" b="1" dirty="0" smtClean="0">
                <a:solidFill>
                  <a:srgbClr val="003298"/>
                </a:solidFill>
                <a:latin typeface="宋体" panose="02010600030101010101" pitchFamily="2" charset="-122"/>
              </a:rPr>
              <a:t>2</a:t>
            </a:r>
            <a:r>
              <a:rPr lang="zh-CN" altLang="en-US" sz="4800" b="1" dirty="0" smtClean="0">
                <a:solidFill>
                  <a:srgbClr val="003298"/>
                </a:solidFill>
                <a:latin typeface="宋体" panose="02010600030101010101" pitchFamily="2" charset="-122"/>
              </a:rPr>
              <a:t>：</a:t>
            </a:r>
            <a:r>
              <a:rPr lang="en-US" altLang="zh-CN" sz="4800" b="1" dirty="0" err="1" smtClean="0">
                <a:solidFill>
                  <a:srgbClr val="003298"/>
                </a:solidFill>
              </a:rPr>
              <a:t>JSP+JavaBean+Servlet</a:t>
            </a:r>
            <a:r>
              <a:rPr lang="en-US" altLang="zh-CN" sz="6600" dirty="0" smtClean="0">
                <a:solidFill>
                  <a:srgbClr val="003298"/>
                </a:solidFill>
                <a:latin typeface="Arial" panose="020B0604020202020204" pitchFamily="34" charset="0"/>
              </a:rPr>
              <a:t> </a:t>
            </a:r>
            <a:endParaRPr lang="en-US" altLang="zh-CN" sz="6600" dirty="0">
              <a:solidFill>
                <a:srgbClr val="003298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9" name="文本框 38918"/>
          <p:cNvSpPr txBox="1"/>
          <p:nvPr/>
        </p:nvSpPr>
        <p:spPr>
          <a:xfrm>
            <a:off x="8001000" y="101600"/>
            <a:ext cx="469900" cy="35560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pPr eaLnBrk="1" hangingPunct="1"/>
            <a:r>
              <a:rPr lang="en-US" altLang="zh-CN" sz="2700">
                <a:solidFill>
                  <a:srgbClr val="007977"/>
                </a:solidFill>
                <a:latin typeface="Arial" panose="020B0604020202020204" pitchFamily="34" charset="0"/>
              </a:rPr>
              <a:t> </a:t>
            </a:r>
          </a:p>
          <a:p>
            <a:pPr eaLnBrk="1" hangingPunct="1"/>
            <a:endParaRPr lang="en-US" altLang="zh-CN" sz="2700">
              <a:solidFill>
                <a:srgbClr val="007977"/>
              </a:solidFill>
              <a:latin typeface="Arial" panose="020B0604020202020204" pitchFamily="34" charset="0"/>
            </a:endParaRPr>
          </a:p>
        </p:txBody>
      </p:sp>
      <p:sp>
        <p:nvSpPr>
          <p:cNvPr id="38920" name="文本框 38919"/>
          <p:cNvSpPr txBox="1"/>
          <p:nvPr/>
        </p:nvSpPr>
        <p:spPr>
          <a:xfrm>
            <a:off x="357142" y="928658"/>
            <a:ext cx="7659722" cy="830997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lstStyle/>
          <a:p>
            <a:pPr eaLnBrk="1" hangingPunct="1"/>
            <a:r>
              <a:rPr lang="en-US" altLang="zh-CN" sz="4800" b="1" dirty="0" smtClean="0">
                <a:solidFill>
                  <a:srgbClr val="003298"/>
                </a:solidFill>
                <a:latin typeface="Arial" panose="020B0604020202020204" pitchFamily="34" charset="0"/>
              </a:rPr>
              <a:t>1.4.5</a:t>
            </a:r>
            <a:r>
              <a:rPr lang="zh-CN" altLang="en-US" sz="4800" b="1" dirty="0" smtClean="0">
                <a:solidFill>
                  <a:srgbClr val="003298"/>
                </a:solidFill>
                <a:latin typeface="宋体" panose="02010600030101010101" pitchFamily="2" charset="-122"/>
              </a:rPr>
              <a:t>框架阶段</a:t>
            </a:r>
            <a:endParaRPr lang="en-US" altLang="zh-CN" sz="4800" b="1" dirty="0">
              <a:solidFill>
                <a:srgbClr val="003298"/>
              </a:solidFill>
              <a:latin typeface="Arial" panose="020B0604020202020204" pitchFamily="34" charset="0"/>
            </a:endParaRPr>
          </a:p>
        </p:txBody>
      </p:sp>
      <p:sp>
        <p:nvSpPr>
          <p:cNvPr id="38922" name="文本框 38921"/>
          <p:cNvSpPr txBox="1"/>
          <p:nvPr/>
        </p:nvSpPr>
        <p:spPr>
          <a:xfrm>
            <a:off x="9588500" y="1358900"/>
            <a:ext cx="609600" cy="88900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pPr eaLnBrk="1" hangingPunct="1"/>
            <a:r>
              <a:rPr lang="en-US" altLang="zh-CN" sz="6600">
                <a:solidFill>
                  <a:srgbClr val="003298"/>
                </a:solidFill>
                <a:latin typeface="Arial" panose="020B0604020202020204" pitchFamily="34" charset="0"/>
              </a:rPr>
              <a:t> </a:t>
            </a:r>
          </a:p>
          <a:p>
            <a:pPr eaLnBrk="1" hangingPunct="1"/>
            <a:endParaRPr lang="en-US" altLang="zh-CN" sz="6600">
              <a:solidFill>
                <a:srgbClr val="003298"/>
              </a:solidFill>
              <a:latin typeface="Arial" panose="020B0604020202020204" pitchFamily="34" charset="0"/>
            </a:endParaRPr>
          </a:p>
        </p:txBody>
      </p:sp>
      <p:sp>
        <p:nvSpPr>
          <p:cNvPr id="38924" name="文本框 38923"/>
          <p:cNvSpPr txBox="1"/>
          <p:nvPr/>
        </p:nvSpPr>
        <p:spPr>
          <a:xfrm>
            <a:off x="1104900" y="2971800"/>
            <a:ext cx="11896768" cy="1384995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lstStyle/>
          <a:p>
            <a:pPr eaLnBrk="1" hangingPunct="1">
              <a:buFont typeface="Wingdings" pitchFamily="2" charset="2"/>
              <a:buChar char="u"/>
            </a:pPr>
            <a:r>
              <a:rPr lang="zh-CN" altLang="en-US" sz="3600" dirty="0" smtClean="0">
                <a:solidFill>
                  <a:srgbClr val="007977"/>
                </a:solidFill>
                <a:latin typeface="宋体" panose="02010600030101010101" pitchFamily="2" charset="-122"/>
              </a:rPr>
              <a:t>提取</a:t>
            </a:r>
            <a:r>
              <a:rPr lang="en-US" altLang="zh-CN" sz="3600" dirty="0" smtClean="0">
                <a:solidFill>
                  <a:srgbClr val="007977"/>
                </a:solidFill>
                <a:latin typeface="宋体" panose="02010600030101010101" pitchFamily="2" charset="-122"/>
              </a:rPr>
              <a:t>web</a:t>
            </a:r>
            <a:r>
              <a:rPr lang="zh-CN" altLang="en-US" sz="3600" dirty="0" smtClean="0">
                <a:solidFill>
                  <a:srgbClr val="007977"/>
                </a:solidFill>
                <a:latin typeface="宋体" panose="02010600030101010101" pitchFamily="2" charset="-122"/>
              </a:rPr>
              <a:t>应用的通用功能形成基础框架</a:t>
            </a:r>
          </a:p>
          <a:p>
            <a:pPr eaLnBrk="1" hangingPunct="1"/>
            <a:endParaRPr lang="zh-CN" altLang="en-US" sz="4800" dirty="0">
              <a:solidFill>
                <a:srgbClr val="007977"/>
              </a:solidFill>
              <a:latin typeface="宋体" panose="02010600030101010101" pitchFamily="2" charset="-122"/>
            </a:endParaRPr>
          </a:p>
        </p:txBody>
      </p:sp>
      <p:sp>
        <p:nvSpPr>
          <p:cNvPr id="38927" name="文本框 38926"/>
          <p:cNvSpPr txBox="1"/>
          <p:nvPr/>
        </p:nvSpPr>
        <p:spPr>
          <a:xfrm>
            <a:off x="11506200" y="2971800"/>
            <a:ext cx="546100" cy="67310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pPr eaLnBrk="1" hangingPunct="1"/>
            <a:r>
              <a:rPr lang="en-US" altLang="zh-CN" sz="4800">
                <a:solidFill>
                  <a:srgbClr val="007977"/>
                </a:solidFill>
                <a:latin typeface="Arial" panose="020B0604020202020204" pitchFamily="34" charset="0"/>
              </a:rPr>
              <a:t> </a:t>
            </a:r>
          </a:p>
        </p:txBody>
      </p:sp>
      <p:sp>
        <p:nvSpPr>
          <p:cNvPr id="38929" name="文本框 38928"/>
          <p:cNvSpPr txBox="1"/>
          <p:nvPr/>
        </p:nvSpPr>
        <p:spPr>
          <a:xfrm>
            <a:off x="1104900" y="3873500"/>
            <a:ext cx="11963400" cy="249299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pPr eaLnBrk="1" hangingPunct="1">
              <a:lnSpc>
                <a:spcPct val="150000"/>
              </a:lnSpc>
              <a:buFont typeface="Wingdings" pitchFamily="2" charset="2"/>
              <a:buChar char="u"/>
            </a:pPr>
            <a:r>
              <a:rPr lang="zh-CN" altLang="en-US" sz="3600" dirty="0">
                <a:solidFill>
                  <a:srgbClr val="007977"/>
                </a:solidFill>
                <a:latin typeface="宋体" panose="02010600030101010101" pitchFamily="2" charset="-122"/>
              </a:rPr>
              <a:t>用户的开发基于这个基础框架，然后添加</a:t>
            </a:r>
            <a:r>
              <a:rPr lang="zh-CN" altLang="en-US" sz="3600" dirty="0" smtClean="0">
                <a:solidFill>
                  <a:srgbClr val="007977"/>
                </a:solidFill>
                <a:latin typeface="宋体" panose="02010600030101010101" pitchFamily="2" charset="-122"/>
              </a:rPr>
              <a:t>自己应用特有的内容即可</a:t>
            </a:r>
            <a:endParaRPr lang="zh-CN" altLang="en-US" sz="3600" dirty="0">
              <a:solidFill>
                <a:srgbClr val="007977"/>
              </a:solidFill>
              <a:latin typeface="宋体" panose="02010600030101010101" pitchFamily="2" charset="-122"/>
            </a:endParaRPr>
          </a:p>
          <a:p>
            <a:pPr eaLnBrk="1" hangingPunct="1"/>
            <a:endParaRPr lang="zh-CN" altLang="en-US" sz="4800" dirty="0">
              <a:solidFill>
                <a:srgbClr val="007977"/>
              </a:solidFill>
              <a:latin typeface="宋体" panose="02010600030101010101" pitchFamily="2" charset="-122"/>
            </a:endParaRPr>
          </a:p>
        </p:txBody>
      </p:sp>
      <p:sp>
        <p:nvSpPr>
          <p:cNvPr id="38931" name="文本框 38930"/>
          <p:cNvSpPr txBox="1"/>
          <p:nvPr/>
        </p:nvSpPr>
        <p:spPr>
          <a:xfrm>
            <a:off x="7810500" y="4610100"/>
            <a:ext cx="546100" cy="60960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pPr eaLnBrk="1" hangingPunct="1"/>
            <a:r>
              <a:rPr lang="en-US" altLang="zh-CN" sz="4800">
                <a:solidFill>
                  <a:srgbClr val="007977"/>
                </a:solidFill>
                <a:latin typeface="Arial" panose="020B0604020202020204" pitchFamily="34" charset="0"/>
              </a:rPr>
              <a:t> </a:t>
            </a:r>
          </a:p>
          <a:p>
            <a:pPr eaLnBrk="1" hangingPunct="1"/>
            <a:endParaRPr lang="en-US" altLang="zh-CN" sz="4800">
              <a:solidFill>
                <a:srgbClr val="007977"/>
              </a:solidFill>
              <a:latin typeface="Arial" panose="020B0604020202020204" pitchFamily="34" charset="0"/>
            </a:endParaRPr>
          </a:p>
        </p:txBody>
      </p:sp>
      <p:pic>
        <p:nvPicPr>
          <p:cNvPr id="38933" name="图片 3893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71800" y="6388100"/>
            <a:ext cx="10071100" cy="24257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8934" name="文本框 38933"/>
          <p:cNvSpPr txBox="1"/>
          <p:nvPr/>
        </p:nvSpPr>
        <p:spPr>
          <a:xfrm>
            <a:off x="6184900" y="8102600"/>
            <a:ext cx="2095500" cy="34290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pPr eaLnBrk="1" hangingPunct="1"/>
            <a:r>
              <a:rPr lang="zh-CN" altLang="en-US" sz="2700" dirty="0">
                <a:solidFill>
                  <a:srgbClr val="007977"/>
                </a:solidFill>
                <a:latin typeface="宋体" panose="02010600030101010101" pitchFamily="2" charset="-122"/>
              </a:rPr>
              <a:t>中心控制器</a:t>
            </a:r>
          </a:p>
        </p:txBody>
      </p:sp>
      <p:sp>
        <p:nvSpPr>
          <p:cNvPr id="38936" name="文本框 38935"/>
          <p:cNvSpPr txBox="1"/>
          <p:nvPr/>
        </p:nvSpPr>
        <p:spPr>
          <a:xfrm>
            <a:off x="3327400" y="8102600"/>
            <a:ext cx="2438400" cy="34290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pPr eaLnBrk="1" hangingPunct="1"/>
            <a:r>
              <a:rPr lang="zh-CN" altLang="en-US" sz="2700" dirty="0">
                <a:solidFill>
                  <a:srgbClr val="007977"/>
                </a:solidFill>
                <a:latin typeface="宋体" panose="02010600030101010101" pitchFamily="2" charset="-122"/>
              </a:rPr>
              <a:t>自定义标签库</a:t>
            </a:r>
          </a:p>
        </p:txBody>
      </p:sp>
      <p:sp>
        <p:nvSpPr>
          <p:cNvPr id="38937" name="文本框 38936"/>
          <p:cNvSpPr txBox="1"/>
          <p:nvPr/>
        </p:nvSpPr>
        <p:spPr>
          <a:xfrm>
            <a:off x="5384800" y="8102600"/>
            <a:ext cx="469900" cy="34290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pPr eaLnBrk="1" hangingPunct="1"/>
            <a:r>
              <a:rPr lang="en-US" altLang="zh-CN" sz="2700">
                <a:solidFill>
                  <a:srgbClr val="007977"/>
                </a:solidFill>
                <a:latin typeface="Arial" panose="020B0604020202020204" pitchFamily="34" charset="0"/>
              </a:rPr>
              <a:t> </a:t>
            </a:r>
          </a:p>
          <a:p>
            <a:pPr eaLnBrk="1" hangingPunct="1"/>
            <a:endParaRPr lang="en-US" altLang="zh-CN" sz="2700">
              <a:solidFill>
                <a:srgbClr val="007977"/>
              </a:solidFill>
              <a:latin typeface="Arial" panose="020B0604020202020204" pitchFamily="34" charset="0"/>
            </a:endParaRPr>
          </a:p>
        </p:txBody>
      </p:sp>
      <p:sp>
        <p:nvSpPr>
          <p:cNvPr id="38938" name="文本框 38937"/>
          <p:cNvSpPr txBox="1"/>
          <p:nvPr/>
        </p:nvSpPr>
        <p:spPr>
          <a:xfrm>
            <a:off x="8928100" y="8102600"/>
            <a:ext cx="1752600" cy="34290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pPr eaLnBrk="1" hangingPunct="1"/>
            <a:r>
              <a:rPr lang="zh-CN" altLang="en-US" sz="2700" dirty="0" smtClean="0">
                <a:solidFill>
                  <a:srgbClr val="007977"/>
                </a:solidFill>
                <a:latin typeface="宋体" panose="02010600030101010101" pitchFamily="2" charset="-122"/>
              </a:rPr>
              <a:t>基本</a:t>
            </a:r>
            <a:r>
              <a:rPr lang="zh-CN" altLang="en-US" sz="2700" dirty="0">
                <a:solidFill>
                  <a:srgbClr val="007977"/>
                </a:solidFill>
                <a:latin typeface="宋体" panose="02010600030101010101" pitchFamily="2" charset="-122"/>
              </a:rPr>
              <a:t>类库</a:t>
            </a:r>
          </a:p>
        </p:txBody>
      </p:sp>
      <p:sp>
        <p:nvSpPr>
          <p:cNvPr id="38939" name="文本框 38938"/>
          <p:cNvSpPr txBox="1"/>
          <p:nvPr/>
        </p:nvSpPr>
        <p:spPr>
          <a:xfrm>
            <a:off x="10299700" y="8102600"/>
            <a:ext cx="469900" cy="34290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pPr eaLnBrk="1" hangingPunct="1"/>
            <a:r>
              <a:rPr lang="en-US" altLang="zh-CN" sz="2700">
                <a:solidFill>
                  <a:srgbClr val="007977"/>
                </a:solidFill>
                <a:latin typeface="Arial" panose="020B0604020202020204" pitchFamily="34" charset="0"/>
              </a:rPr>
              <a:t> </a:t>
            </a:r>
          </a:p>
        </p:txBody>
      </p:sp>
      <p:sp>
        <p:nvSpPr>
          <p:cNvPr id="38940" name="文本框 38939"/>
          <p:cNvSpPr txBox="1"/>
          <p:nvPr/>
        </p:nvSpPr>
        <p:spPr>
          <a:xfrm>
            <a:off x="1498600" y="8102600"/>
            <a:ext cx="1066800" cy="34290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pPr eaLnBrk="1" hangingPunct="1"/>
            <a:r>
              <a:rPr lang="zh-CN" altLang="en-US" sz="2700">
                <a:solidFill>
                  <a:srgbClr val="007977"/>
                </a:solidFill>
                <a:latin typeface="宋体" panose="02010600030101010101" pitchFamily="2" charset="-122"/>
              </a:rPr>
              <a:t>框架</a:t>
            </a:r>
          </a:p>
        </p:txBody>
      </p:sp>
      <p:sp>
        <p:nvSpPr>
          <p:cNvPr id="38941" name="文本框 38940"/>
          <p:cNvSpPr txBox="1"/>
          <p:nvPr/>
        </p:nvSpPr>
        <p:spPr>
          <a:xfrm>
            <a:off x="2184400" y="8102600"/>
            <a:ext cx="469900" cy="34290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pPr eaLnBrk="1" hangingPunct="1"/>
            <a:r>
              <a:rPr lang="en-US" altLang="zh-CN" sz="2700">
                <a:solidFill>
                  <a:srgbClr val="007977"/>
                </a:solidFill>
                <a:latin typeface="Arial" panose="020B0604020202020204" pitchFamily="34" charset="0"/>
              </a:rPr>
              <a:t> </a:t>
            </a:r>
          </a:p>
          <a:p>
            <a:pPr eaLnBrk="1" hangingPunct="1"/>
            <a:endParaRPr lang="en-US" altLang="zh-CN" sz="2700">
              <a:solidFill>
                <a:srgbClr val="007977"/>
              </a:solidFill>
              <a:latin typeface="Arial" panose="020B0604020202020204" pitchFamily="34" charset="0"/>
            </a:endParaRPr>
          </a:p>
        </p:txBody>
      </p:sp>
      <p:sp>
        <p:nvSpPr>
          <p:cNvPr id="38942" name="文本框 38941"/>
          <p:cNvSpPr txBox="1"/>
          <p:nvPr/>
        </p:nvSpPr>
        <p:spPr>
          <a:xfrm>
            <a:off x="1270000" y="6388100"/>
            <a:ext cx="1752600" cy="34290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pPr eaLnBrk="1" hangingPunct="1"/>
            <a:r>
              <a:rPr lang="zh-CN" altLang="en-US" sz="2700">
                <a:solidFill>
                  <a:srgbClr val="007977"/>
                </a:solidFill>
                <a:latin typeface="宋体" panose="02010600030101010101" pitchFamily="2" charset="-122"/>
              </a:rPr>
              <a:t>用户应用</a:t>
            </a:r>
          </a:p>
        </p:txBody>
      </p:sp>
      <p:sp>
        <p:nvSpPr>
          <p:cNvPr id="38943" name="文本框 38942"/>
          <p:cNvSpPr txBox="1"/>
          <p:nvPr/>
        </p:nvSpPr>
        <p:spPr>
          <a:xfrm>
            <a:off x="2641600" y="6388100"/>
            <a:ext cx="469900" cy="34290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pPr eaLnBrk="1" hangingPunct="1"/>
            <a:r>
              <a:rPr lang="en-US" altLang="zh-CN" sz="2700">
                <a:solidFill>
                  <a:srgbClr val="007977"/>
                </a:solidFill>
                <a:latin typeface="Arial" panose="020B0604020202020204" pitchFamily="34" charset="0"/>
              </a:rPr>
              <a:t> </a:t>
            </a:r>
          </a:p>
          <a:p>
            <a:pPr eaLnBrk="1" hangingPunct="1"/>
            <a:endParaRPr lang="en-US" altLang="zh-CN" sz="2700">
              <a:solidFill>
                <a:srgbClr val="007977"/>
              </a:solidFill>
              <a:latin typeface="Arial" panose="020B0604020202020204" pitchFamily="34" charset="0"/>
            </a:endParaRPr>
          </a:p>
        </p:txBody>
      </p:sp>
      <p:sp>
        <p:nvSpPr>
          <p:cNvPr id="38944" name="文本框 38943"/>
          <p:cNvSpPr txBox="1"/>
          <p:nvPr/>
        </p:nvSpPr>
        <p:spPr>
          <a:xfrm>
            <a:off x="3670300" y="6502400"/>
            <a:ext cx="1752600" cy="34290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pPr eaLnBrk="1" hangingPunct="1"/>
            <a:r>
              <a:rPr lang="zh-CN" altLang="en-US" sz="2700">
                <a:solidFill>
                  <a:srgbClr val="007977"/>
                </a:solidFill>
                <a:latin typeface="宋体" panose="02010600030101010101" pitchFamily="2" charset="-122"/>
              </a:rPr>
              <a:t>用户界面</a:t>
            </a:r>
          </a:p>
        </p:txBody>
      </p:sp>
      <p:sp>
        <p:nvSpPr>
          <p:cNvPr id="38945" name="文本框 38944"/>
          <p:cNvSpPr txBox="1"/>
          <p:nvPr/>
        </p:nvSpPr>
        <p:spPr>
          <a:xfrm>
            <a:off x="5041900" y="6502400"/>
            <a:ext cx="469900" cy="34290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pPr eaLnBrk="1" hangingPunct="1"/>
            <a:r>
              <a:rPr lang="en-US" altLang="zh-CN" sz="2700">
                <a:solidFill>
                  <a:srgbClr val="007977"/>
                </a:solidFill>
                <a:latin typeface="Arial" panose="020B0604020202020204" pitchFamily="34" charset="0"/>
              </a:rPr>
              <a:t> </a:t>
            </a:r>
          </a:p>
        </p:txBody>
      </p:sp>
      <p:sp>
        <p:nvSpPr>
          <p:cNvPr id="38946" name="文本框 38945"/>
          <p:cNvSpPr txBox="1"/>
          <p:nvPr/>
        </p:nvSpPr>
        <p:spPr>
          <a:xfrm>
            <a:off x="6870700" y="6502400"/>
            <a:ext cx="1409700" cy="34290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pPr eaLnBrk="1" hangingPunct="1"/>
            <a:r>
              <a:rPr lang="zh-CN" altLang="en-US" sz="2700" dirty="0">
                <a:solidFill>
                  <a:srgbClr val="007977"/>
                </a:solidFill>
                <a:latin typeface="宋体" panose="02010600030101010101" pitchFamily="2" charset="-122"/>
              </a:rPr>
              <a:t>控制器</a:t>
            </a:r>
          </a:p>
        </p:txBody>
      </p:sp>
      <p:sp>
        <p:nvSpPr>
          <p:cNvPr id="38947" name="文本框 38946"/>
          <p:cNvSpPr txBox="1"/>
          <p:nvPr/>
        </p:nvSpPr>
        <p:spPr>
          <a:xfrm>
            <a:off x="7899400" y="6502400"/>
            <a:ext cx="469900" cy="34290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pPr eaLnBrk="1" hangingPunct="1"/>
            <a:r>
              <a:rPr lang="en-US" altLang="zh-CN" sz="2700">
                <a:solidFill>
                  <a:srgbClr val="007977"/>
                </a:solidFill>
                <a:latin typeface="Arial" panose="020B0604020202020204" pitchFamily="34" charset="0"/>
              </a:rPr>
              <a:t> </a:t>
            </a:r>
          </a:p>
        </p:txBody>
      </p:sp>
      <p:sp>
        <p:nvSpPr>
          <p:cNvPr id="38948" name="文本框 38947"/>
          <p:cNvSpPr txBox="1"/>
          <p:nvPr/>
        </p:nvSpPr>
        <p:spPr>
          <a:xfrm>
            <a:off x="8585200" y="6502400"/>
            <a:ext cx="1752600" cy="34290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pPr eaLnBrk="1" hangingPunct="1"/>
            <a:r>
              <a:rPr lang="zh-CN" altLang="en-US" sz="2700" dirty="0">
                <a:solidFill>
                  <a:srgbClr val="007977"/>
                </a:solidFill>
                <a:latin typeface="宋体" panose="02010600030101010101" pitchFamily="2" charset="-122"/>
              </a:rPr>
              <a:t>配置文件</a:t>
            </a:r>
          </a:p>
        </p:txBody>
      </p:sp>
      <p:sp>
        <p:nvSpPr>
          <p:cNvPr id="38949" name="文本框 38948"/>
          <p:cNvSpPr txBox="1"/>
          <p:nvPr/>
        </p:nvSpPr>
        <p:spPr>
          <a:xfrm>
            <a:off x="9956800" y="6502400"/>
            <a:ext cx="469900" cy="34290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pPr eaLnBrk="1" hangingPunct="1"/>
            <a:r>
              <a:rPr lang="en-US" altLang="zh-CN" sz="2700">
                <a:solidFill>
                  <a:srgbClr val="007977"/>
                </a:solidFill>
                <a:latin typeface="Arial" panose="020B0604020202020204" pitchFamily="34" charset="0"/>
              </a:rPr>
              <a:t> </a:t>
            </a:r>
          </a:p>
          <a:p>
            <a:pPr eaLnBrk="1" hangingPunct="1"/>
            <a:endParaRPr lang="en-US" altLang="zh-CN" sz="2700">
              <a:solidFill>
                <a:srgbClr val="007977"/>
              </a:solidFill>
              <a:latin typeface="Arial" panose="020B0604020202020204" pitchFamily="34" charset="0"/>
            </a:endParaRPr>
          </a:p>
        </p:txBody>
      </p:sp>
      <p:sp>
        <p:nvSpPr>
          <p:cNvPr id="38950" name="文本框 38949"/>
          <p:cNvSpPr txBox="1"/>
          <p:nvPr/>
        </p:nvSpPr>
        <p:spPr>
          <a:xfrm>
            <a:off x="4013200" y="7188200"/>
            <a:ext cx="1066800" cy="34290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pPr eaLnBrk="1" hangingPunct="1"/>
            <a:r>
              <a:rPr lang="zh-CN" altLang="en-US" sz="2700">
                <a:solidFill>
                  <a:srgbClr val="007977"/>
                </a:solidFill>
                <a:latin typeface="宋体" panose="02010600030101010101" pitchFamily="2" charset="-122"/>
              </a:rPr>
              <a:t>使用</a:t>
            </a:r>
          </a:p>
        </p:txBody>
      </p:sp>
      <p:sp>
        <p:nvSpPr>
          <p:cNvPr id="38952" name="文本框 38951"/>
          <p:cNvSpPr txBox="1"/>
          <p:nvPr/>
        </p:nvSpPr>
        <p:spPr>
          <a:xfrm>
            <a:off x="7099300" y="7188200"/>
            <a:ext cx="1066800" cy="34290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pPr eaLnBrk="1" hangingPunct="1"/>
            <a:r>
              <a:rPr lang="zh-CN" altLang="en-US" sz="2700" dirty="0" smtClean="0">
                <a:solidFill>
                  <a:srgbClr val="007977"/>
                </a:solidFill>
                <a:latin typeface="宋体" panose="02010600030101010101" pitchFamily="2" charset="-122"/>
              </a:rPr>
              <a:t>使用</a:t>
            </a:r>
            <a:endParaRPr lang="zh-CN" altLang="en-US" sz="2700" dirty="0">
              <a:solidFill>
                <a:srgbClr val="007977"/>
              </a:solidFill>
              <a:latin typeface="宋体" panose="02010600030101010101" pitchFamily="2" charset="-122"/>
            </a:endParaRPr>
          </a:p>
        </p:txBody>
      </p:sp>
      <p:sp>
        <p:nvSpPr>
          <p:cNvPr id="38953" name="文本框 38952"/>
          <p:cNvSpPr txBox="1"/>
          <p:nvPr/>
        </p:nvSpPr>
        <p:spPr>
          <a:xfrm>
            <a:off x="7785100" y="7188200"/>
            <a:ext cx="469900" cy="34290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pPr eaLnBrk="1" hangingPunct="1"/>
            <a:r>
              <a:rPr lang="en-US" altLang="zh-CN" sz="2700">
                <a:solidFill>
                  <a:srgbClr val="007977"/>
                </a:solidFill>
                <a:latin typeface="Arial" panose="020B0604020202020204" pitchFamily="34" charset="0"/>
              </a:rPr>
              <a:t> </a:t>
            </a:r>
          </a:p>
        </p:txBody>
      </p:sp>
      <p:sp>
        <p:nvSpPr>
          <p:cNvPr id="38954" name="文本框 38953"/>
          <p:cNvSpPr txBox="1"/>
          <p:nvPr/>
        </p:nvSpPr>
        <p:spPr>
          <a:xfrm>
            <a:off x="10642600" y="6502400"/>
            <a:ext cx="1066800" cy="34290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pPr eaLnBrk="1" hangingPunct="1"/>
            <a:r>
              <a:rPr lang="zh-CN" altLang="en-US" sz="2700">
                <a:solidFill>
                  <a:srgbClr val="007977"/>
                </a:solidFill>
                <a:latin typeface="宋体" panose="02010600030101010101" pitchFamily="2" charset="-122"/>
              </a:rPr>
              <a:t>业务</a:t>
            </a:r>
          </a:p>
        </p:txBody>
      </p:sp>
      <p:sp>
        <p:nvSpPr>
          <p:cNvPr id="38955" name="文本框 38954"/>
          <p:cNvSpPr txBox="1"/>
          <p:nvPr/>
        </p:nvSpPr>
        <p:spPr>
          <a:xfrm>
            <a:off x="11328400" y="6502400"/>
            <a:ext cx="1993900" cy="34290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pPr eaLnBrk="1" hangingPunct="1"/>
            <a:r>
              <a:rPr lang="en-US" altLang="zh-CN" sz="2700" dirty="0" err="1">
                <a:solidFill>
                  <a:srgbClr val="007977"/>
                </a:solidFill>
                <a:latin typeface="Arial" panose="020B0604020202020204" pitchFamily="34" charset="0"/>
              </a:rPr>
              <a:t>JavaBean</a:t>
            </a:r>
            <a:r>
              <a:rPr lang="en-US" altLang="zh-CN" sz="2700" dirty="0">
                <a:solidFill>
                  <a:srgbClr val="007977"/>
                </a:solidFill>
                <a:latin typeface="Arial" panose="020B0604020202020204" pitchFamily="34" charset="0"/>
              </a:rPr>
              <a:t> </a:t>
            </a:r>
          </a:p>
          <a:p>
            <a:pPr eaLnBrk="1" hangingPunct="1"/>
            <a:endParaRPr lang="en-US" altLang="zh-CN" sz="2700" dirty="0">
              <a:solidFill>
                <a:srgbClr val="007977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9" name="文本框 38918"/>
          <p:cNvSpPr txBox="1"/>
          <p:nvPr/>
        </p:nvSpPr>
        <p:spPr>
          <a:xfrm>
            <a:off x="8001000" y="101600"/>
            <a:ext cx="469900" cy="35560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pPr eaLnBrk="1" hangingPunct="1"/>
            <a:r>
              <a:rPr lang="en-US" altLang="zh-CN" sz="2700">
                <a:solidFill>
                  <a:srgbClr val="007977"/>
                </a:solidFill>
                <a:latin typeface="Arial" panose="020B0604020202020204" pitchFamily="34" charset="0"/>
              </a:rPr>
              <a:t> </a:t>
            </a:r>
          </a:p>
          <a:p>
            <a:pPr eaLnBrk="1" hangingPunct="1"/>
            <a:endParaRPr lang="en-US" altLang="zh-CN" sz="2700">
              <a:solidFill>
                <a:srgbClr val="007977"/>
              </a:solidFill>
              <a:latin typeface="Arial" panose="020B0604020202020204" pitchFamily="34" charset="0"/>
            </a:endParaRPr>
          </a:p>
        </p:txBody>
      </p:sp>
      <p:sp>
        <p:nvSpPr>
          <p:cNvPr id="38920" name="文本框 38919"/>
          <p:cNvSpPr txBox="1"/>
          <p:nvPr/>
        </p:nvSpPr>
        <p:spPr>
          <a:xfrm>
            <a:off x="357142" y="928658"/>
            <a:ext cx="7659722" cy="830997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lstStyle/>
          <a:p>
            <a:pPr eaLnBrk="1" hangingPunct="1"/>
            <a:r>
              <a:rPr lang="en-US" altLang="zh-CN" sz="4800" b="1" dirty="0" smtClean="0">
                <a:solidFill>
                  <a:srgbClr val="003298"/>
                </a:solidFill>
                <a:latin typeface="Arial" panose="020B0604020202020204" pitchFamily="34" charset="0"/>
              </a:rPr>
              <a:t>1.4.5</a:t>
            </a:r>
            <a:r>
              <a:rPr lang="zh-CN" altLang="en-US" sz="4800" b="1" dirty="0" smtClean="0">
                <a:solidFill>
                  <a:srgbClr val="003298"/>
                </a:solidFill>
                <a:latin typeface="宋体" panose="02010600030101010101" pitchFamily="2" charset="-122"/>
              </a:rPr>
              <a:t>框架阶段</a:t>
            </a:r>
            <a:endParaRPr lang="en-US" altLang="zh-CN" sz="4800" b="1" dirty="0">
              <a:solidFill>
                <a:srgbClr val="003298"/>
              </a:solidFill>
              <a:latin typeface="Arial" panose="020B0604020202020204" pitchFamily="34" charset="0"/>
            </a:endParaRPr>
          </a:p>
        </p:txBody>
      </p:sp>
      <p:sp>
        <p:nvSpPr>
          <p:cNvPr id="38922" name="文本框 38921"/>
          <p:cNvSpPr txBox="1"/>
          <p:nvPr/>
        </p:nvSpPr>
        <p:spPr>
          <a:xfrm>
            <a:off x="9588500" y="1358900"/>
            <a:ext cx="609600" cy="88900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pPr eaLnBrk="1" hangingPunct="1"/>
            <a:r>
              <a:rPr lang="en-US" altLang="zh-CN" sz="6600">
                <a:solidFill>
                  <a:srgbClr val="003298"/>
                </a:solidFill>
                <a:latin typeface="Arial" panose="020B0604020202020204" pitchFamily="34" charset="0"/>
              </a:rPr>
              <a:t> </a:t>
            </a:r>
          </a:p>
          <a:p>
            <a:pPr eaLnBrk="1" hangingPunct="1"/>
            <a:endParaRPr lang="en-US" altLang="zh-CN" sz="6600">
              <a:solidFill>
                <a:srgbClr val="003298"/>
              </a:solidFill>
              <a:latin typeface="Arial" panose="020B0604020202020204" pitchFamily="34" charset="0"/>
            </a:endParaRPr>
          </a:p>
        </p:txBody>
      </p:sp>
      <p:sp>
        <p:nvSpPr>
          <p:cNvPr id="38924" name="文本框 38923"/>
          <p:cNvSpPr txBox="1"/>
          <p:nvPr/>
        </p:nvSpPr>
        <p:spPr>
          <a:xfrm>
            <a:off x="857208" y="2643170"/>
            <a:ext cx="11896768" cy="5539978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lstStyle/>
          <a:p>
            <a:pPr eaLnBrk="1" hangingPunct="1">
              <a:lnSpc>
                <a:spcPct val="150000"/>
              </a:lnSpc>
            </a:pPr>
            <a:r>
              <a:rPr lang="zh-CN" altLang="en-US" sz="3600" b="1" dirty="0" smtClean="0"/>
              <a:t>框架的发展</a:t>
            </a:r>
            <a:r>
              <a:rPr lang="zh-CN" altLang="en-US" sz="3600" dirty="0" smtClean="0"/>
              <a:t>：</a:t>
            </a:r>
            <a:endParaRPr lang="en-US" altLang="zh-CN" sz="3600" dirty="0" smtClean="0"/>
          </a:p>
          <a:p>
            <a:pPr eaLnBrk="1" hangingPunct="1">
              <a:lnSpc>
                <a:spcPct val="150000"/>
              </a:lnSpc>
              <a:buFont typeface="Wingdings" pitchFamily="2" charset="2"/>
              <a:buChar char="u"/>
            </a:pPr>
            <a:r>
              <a:rPr lang="en-US" sz="3600" dirty="0" err="1" smtClean="0">
                <a:solidFill>
                  <a:schemeClr val="accent1">
                    <a:lumMod val="50000"/>
                  </a:schemeClr>
                </a:solidFill>
              </a:rPr>
              <a:t>Struts</a:t>
            </a:r>
            <a:r>
              <a:rPr lang="en-US" altLang="zh-CN" sz="3600" dirty="0" err="1" smtClean="0">
                <a:solidFill>
                  <a:schemeClr val="accent1">
                    <a:lumMod val="50000"/>
                  </a:schemeClr>
                </a:solidFill>
              </a:rPr>
              <a:t>+</a:t>
            </a:r>
            <a:r>
              <a:rPr lang="en-US" sz="3600" dirty="0" err="1" smtClean="0">
                <a:solidFill>
                  <a:schemeClr val="accent1">
                    <a:lumMod val="50000"/>
                  </a:schemeClr>
                </a:solidFill>
              </a:rPr>
              <a:t>Spring</a:t>
            </a:r>
            <a:r>
              <a:rPr lang="en-US" sz="3600" dirty="0" smtClean="0">
                <a:solidFill>
                  <a:schemeClr val="accent1">
                    <a:lumMod val="50000"/>
                  </a:schemeClr>
                </a:solidFill>
              </a:rPr>
              <a:t> + Hibernate</a:t>
            </a:r>
          </a:p>
          <a:p>
            <a:pPr eaLnBrk="1" hangingPunct="1">
              <a:lnSpc>
                <a:spcPct val="150000"/>
              </a:lnSpc>
              <a:buFont typeface="Wingdings" pitchFamily="2" charset="2"/>
              <a:buChar char="u"/>
            </a:pPr>
            <a:r>
              <a:rPr lang="en-US" sz="3600" dirty="0" smtClean="0">
                <a:solidFill>
                  <a:schemeClr val="accent1">
                    <a:lumMod val="50000"/>
                  </a:schemeClr>
                </a:solidFill>
              </a:rPr>
              <a:t>Struts2 + Spring + Hibernate</a:t>
            </a:r>
          </a:p>
          <a:p>
            <a:pPr eaLnBrk="1" hangingPunct="1">
              <a:lnSpc>
                <a:spcPct val="150000"/>
              </a:lnSpc>
              <a:buFont typeface="Wingdings" pitchFamily="2" charset="2"/>
              <a:buChar char="u"/>
            </a:pPr>
            <a:r>
              <a:rPr lang="en-US" sz="3600" dirty="0" smtClean="0">
                <a:solidFill>
                  <a:schemeClr val="accent1">
                    <a:lumMod val="50000"/>
                  </a:schemeClr>
                </a:solidFill>
              </a:rPr>
              <a:t>Spring + </a:t>
            </a:r>
            <a:r>
              <a:rPr lang="en-US" sz="3600" dirty="0" err="1" smtClean="0">
                <a:solidFill>
                  <a:schemeClr val="accent1">
                    <a:lumMod val="50000"/>
                  </a:schemeClr>
                </a:solidFill>
              </a:rPr>
              <a:t>SpringMVC</a:t>
            </a:r>
            <a:r>
              <a:rPr lang="en-US" sz="3600" dirty="0" smtClean="0">
                <a:solidFill>
                  <a:schemeClr val="accent1">
                    <a:lumMod val="50000"/>
                  </a:schemeClr>
                </a:solidFill>
              </a:rPr>
              <a:t> + Hibernate/</a:t>
            </a:r>
            <a:r>
              <a:rPr lang="en-US" sz="3600" dirty="0" err="1" smtClean="0">
                <a:solidFill>
                  <a:schemeClr val="accent1">
                    <a:lumMod val="50000"/>
                  </a:schemeClr>
                </a:solidFill>
              </a:rPr>
              <a:t>Mybatis</a:t>
            </a:r>
            <a:r>
              <a:rPr lang="en-US" sz="3600" dirty="0" smtClean="0">
                <a:solidFill>
                  <a:schemeClr val="accent1">
                    <a:lumMod val="50000"/>
                  </a:schemeClr>
                </a:solidFill>
              </a:rPr>
              <a:t> </a:t>
            </a:r>
            <a:endParaRPr lang="zh-CN" altLang="en-US" sz="3600" dirty="0" smtClean="0">
              <a:solidFill>
                <a:schemeClr val="accent1">
                  <a:lumMod val="50000"/>
                </a:schemeClr>
              </a:solidFill>
            </a:endParaRPr>
          </a:p>
          <a:p>
            <a:pPr eaLnBrk="1" hangingPunct="1">
              <a:lnSpc>
                <a:spcPct val="150000"/>
              </a:lnSpc>
              <a:buFont typeface="Wingdings" pitchFamily="2" charset="2"/>
              <a:buChar char="u"/>
            </a:pPr>
            <a:r>
              <a:rPr lang="en-US" sz="3600" dirty="0" err="1" smtClean="0">
                <a:solidFill>
                  <a:schemeClr val="accent1">
                    <a:lumMod val="50000"/>
                  </a:schemeClr>
                </a:solidFill>
              </a:rPr>
              <a:t>Springboot</a:t>
            </a:r>
            <a:r>
              <a:rPr lang="en-US" sz="3600" dirty="0" smtClean="0">
                <a:solidFill>
                  <a:schemeClr val="accent1">
                    <a:lumMod val="50000"/>
                  </a:schemeClr>
                </a:solidFill>
              </a:rPr>
              <a:t> + </a:t>
            </a:r>
            <a:r>
              <a:rPr lang="en-US" sz="3600" dirty="0" err="1" smtClean="0">
                <a:solidFill>
                  <a:schemeClr val="accent1">
                    <a:lumMod val="50000"/>
                  </a:schemeClr>
                </a:solidFill>
              </a:rPr>
              <a:t>Mybatis</a:t>
            </a:r>
            <a:r>
              <a:rPr lang="en-US" sz="3600" dirty="0" smtClean="0">
                <a:solidFill>
                  <a:schemeClr val="accent1">
                    <a:lumMod val="50000"/>
                  </a:schemeClr>
                </a:solidFill>
              </a:rPr>
              <a:t> </a:t>
            </a:r>
          </a:p>
          <a:p>
            <a:pPr eaLnBrk="1" hangingPunct="1">
              <a:buFont typeface="Wingdings" pitchFamily="2" charset="2"/>
              <a:buChar char="u"/>
            </a:pPr>
            <a:endParaRPr lang="en-US" sz="3600" dirty="0" smtClean="0"/>
          </a:p>
          <a:p>
            <a:pPr eaLnBrk="1" hangingPunct="1">
              <a:buFont typeface="Wingdings" pitchFamily="2" charset="2"/>
              <a:buChar char="u"/>
            </a:pPr>
            <a:endParaRPr lang="zh-CN" altLang="en-US" sz="4800" dirty="0">
              <a:solidFill>
                <a:srgbClr val="007977"/>
              </a:solidFill>
              <a:latin typeface="宋体" panose="02010600030101010101" pitchFamily="2" charset="-122"/>
            </a:endParaRPr>
          </a:p>
        </p:txBody>
      </p:sp>
      <p:sp>
        <p:nvSpPr>
          <p:cNvPr id="38927" name="文本框 38926"/>
          <p:cNvSpPr txBox="1"/>
          <p:nvPr/>
        </p:nvSpPr>
        <p:spPr>
          <a:xfrm>
            <a:off x="11506200" y="2971800"/>
            <a:ext cx="546100" cy="67310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pPr eaLnBrk="1" hangingPunct="1"/>
            <a:r>
              <a:rPr lang="en-US" altLang="zh-CN" sz="4800">
                <a:solidFill>
                  <a:srgbClr val="007977"/>
                </a:solidFill>
                <a:latin typeface="Arial" panose="020B0604020202020204" pitchFamily="34" charset="0"/>
              </a:rPr>
              <a:t> </a:t>
            </a:r>
          </a:p>
        </p:txBody>
      </p:sp>
      <p:sp>
        <p:nvSpPr>
          <p:cNvPr id="38931" name="文本框 38930"/>
          <p:cNvSpPr txBox="1"/>
          <p:nvPr/>
        </p:nvSpPr>
        <p:spPr>
          <a:xfrm>
            <a:off x="7810500" y="4610100"/>
            <a:ext cx="546100" cy="60960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pPr eaLnBrk="1" hangingPunct="1"/>
            <a:r>
              <a:rPr lang="en-US" altLang="zh-CN" sz="4800">
                <a:solidFill>
                  <a:srgbClr val="007977"/>
                </a:solidFill>
                <a:latin typeface="Arial" panose="020B0604020202020204" pitchFamily="34" charset="0"/>
              </a:rPr>
              <a:t> </a:t>
            </a:r>
          </a:p>
          <a:p>
            <a:pPr eaLnBrk="1" hangingPunct="1"/>
            <a:endParaRPr lang="en-US" altLang="zh-CN" sz="4800">
              <a:solidFill>
                <a:srgbClr val="007977"/>
              </a:solidFill>
              <a:latin typeface="Arial" panose="020B0604020202020204" pitchFamily="34" charset="0"/>
            </a:endParaRPr>
          </a:p>
        </p:txBody>
      </p:sp>
      <p:sp>
        <p:nvSpPr>
          <p:cNvPr id="38937" name="文本框 38936"/>
          <p:cNvSpPr txBox="1"/>
          <p:nvPr/>
        </p:nvSpPr>
        <p:spPr>
          <a:xfrm>
            <a:off x="5384800" y="8102600"/>
            <a:ext cx="469900" cy="34290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pPr eaLnBrk="1" hangingPunct="1"/>
            <a:r>
              <a:rPr lang="en-US" altLang="zh-CN" sz="2700">
                <a:solidFill>
                  <a:srgbClr val="007977"/>
                </a:solidFill>
                <a:latin typeface="Arial" panose="020B0604020202020204" pitchFamily="34" charset="0"/>
              </a:rPr>
              <a:t> </a:t>
            </a:r>
          </a:p>
          <a:p>
            <a:pPr eaLnBrk="1" hangingPunct="1"/>
            <a:endParaRPr lang="en-US" altLang="zh-CN" sz="2700">
              <a:solidFill>
                <a:srgbClr val="007977"/>
              </a:solidFill>
              <a:latin typeface="Arial" panose="020B0604020202020204" pitchFamily="34" charset="0"/>
            </a:endParaRPr>
          </a:p>
        </p:txBody>
      </p:sp>
      <p:sp>
        <p:nvSpPr>
          <p:cNvPr id="38939" name="文本框 38938"/>
          <p:cNvSpPr txBox="1"/>
          <p:nvPr/>
        </p:nvSpPr>
        <p:spPr>
          <a:xfrm>
            <a:off x="10299700" y="8102600"/>
            <a:ext cx="469900" cy="34290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pPr eaLnBrk="1" hangingPunct="1"/>
            <a:r>
              <a:rPr lang="en-US" altLang="zh-CN" sz="2700">
                <a:solidFill>
                  <a:srgbClr val="007977"/>
                </a:solidFill>
                <a:latin typeface="Arial" panose="020B0604020202020204" pitchFamily="34" charset="0"/>
              </a:rPr>
              <a:t> </a:t>
            </a:r>
          </a:p>
        </p:txBody>
      </p:sp>
      <p:sp>
        <p:nvSpPr>
          <p:cNvPr id="38941" name="文本框 38940"/>
          <p:cNvSpPr txBox="1"/>
          <p:nvPr/>
        </p:nvSpPr>
        <p:spPr>
          <a:xfrm>
            <a:off x="2184400" y="8102600"/>
            <a:ext cx="469900" cy="34290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pPr eaLnBrk="1" hangingPunct="1"/>
            <a:r>
              <a:rPr lang="en-US" altLang="zh-CN" sz="2700">
                <a:solidFill>
                  <a:srgbClr val="007977"/>
                </a:solidFill>
                <a:latin typeface="Arial" panose="020B0604020202020204" pitchFamily="34" charset="0"/>
              </a:rPr>
              <a:t> </a:t>
            </a:r>
          </a:p>
          <a:p>
            <a:pPr eaLnBrk="1" hangingPunct="1"/>
            <a:endParaRPr lang="en-US" altLang="zh-CN" sz="2700">
              <a:solidFill>
                <a:srgbClr val="007977"/>
              </a:solidFill>
              <a:latin typeface="Arial" panose="020B0604020202020204" pitchFamily="34" charset="0"/>
            </a:endParaRPr>
          </a:p>
        </p:txBody>
      </p:sp>
      <p:sp>
        <p:nvSpPr>
          <p:cNvPr id="38943" name="文本框 38942"/>
          <p:cNvSpPr txBox="1"/>
          <p:nvPr/>
        </p:nvSpPr>
        <p:spPr>
          <a:xfrm>
            <a:off x="2641600" y="6388100"/>
            <a:ext cx="469900" cy="34290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pPr eaLnBrk="1" hangingPunct="1"/>
            <a:r>
              <a:rPr lang="en-US" altLang="zh-CN" sz="2700">
                <a:solidFill>
                  <a:srgbClr val="007977"/>
                </a:solidFill>
                <a:latin typeface="Arial" panose="020B0604020202020204" pitchFamily="34" charset="0"/>
              </a:rPr>
              <a:t> </a:t>
            </a:r>
          </a:p>
          <a:p>
            <a:pPr eaLnBrk="1" hangingPunct="1"/>
            <a:endParaRPr lang="en-US" altLang="zh-CN" sz="2700">
              <a:solidFill>
                <a:srgbClr val="007977"/>
              </a:solidFill>
              <a:latin typeface="Arial" panose="020B0604020202020204" pitchFamily="34" charset="0"/>
            </a:endParaRPr>
          </a:p>
        </p:txBody>
      </p:sp>
      <p:sp>
        <p:nvSpPr>
          <p:cNvPr id="38945" name="文本框 38944"/>
          <p:cNvSpPr txBox="1"/>
          <p:nvPr/>
        </p:nvSpPr>
        <p:spPr>
          <a:xfrm>
            <a:off x="5041900" y="6502400"/>
            <a:ext cx="469900" cy="34290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pPr eaLnBrk="1" hangingPunct="1"/>
            <a:r>
              <a:rPr lang="en-US" altLang="zh-CN" sz="2700">
                <a:solidFill>
                  <a:srgbClr val="007977"/>
                </a:solidFill>
                <a:latin typeface="Arial" panose="020B0604020202020204" pitchFamily="34" charset="0"/>
              </a:rPr>
              <a:t> </a:t>
            </a:r>
          </a:p>
        </p:txBody>
      </p:sp>
      <p:sp>
        <p:nvSpPr>
          <p:cNvPr id="38947" name="文本框 38946"/>
          <p:cNvSpPr txBox="1"/>
          <p:nvPr/>
        </p:nvSpPr>
        <p:spPr>
          <a:xfrm>
            <a:off x="7899400" y="6502400"/>
            <a:ext cx="469900" cy="34290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pPr eaLnBrk="1" hangingPunct="1"/>
            <a:r>
              <a:rPr lang="en-US" altLang="zh-CN" sz="2700">
                <a:solidFill>
                  <a:srgbClr val="007977"/>
                </a:solidFill>
                <a:latin typeface="Arial" panose="020B0604020202020204" pitchFamily="34" charset="0"/>
              </a:rPr>
              <a:t> </a:t>
            </a:r>
          </a:p>
        </p:txBody>
      </p:sp>
      <p:sp>
        <p:nvSpPr>
          <p:cNvPr id="38949" name="文本框 38948"/>
          <p:cNvSpPr txBox="1"/>
          <p:nvPr/>
        </p:nvSpPr>
        <p:spPr>
          <a:xfrm>
            <a:off x="9956800" y="6502400"/>
            <a:ext cx="469900" cy="34290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pPr eaLnBrk="1" hangingPunct="1"/>
            <a:r>
              <a:rPr lang="en-US" altLang="zh-CN" sz="2700">
                <a:solidFill>
                  <a:srgbClr val="007977"/>
                </a:solidFill>
                <a:latin typeface="Arial" panose="020B0604020202020204" pitchFamily="34" charset="0"/>
              </a:rPr>
              <a:t> </a:t>
            </a:r>
          </a:p>
          <a:p>
            <a:pPr eaLnBrk="1" hangingPunct="1"/>
            <a:endParaRPr lang="en-US" altLang="zh-CN" sz="2700">
              <a:solidFill>
                <a:srgbClr val="007977"/>
              </a:solidFill>
              <a:latin typeface="Arial" panose="020B0604020202020204" pitchFamily="34" charset="0"/>
            </a:endParaRPr>
          </a:p>
        </p:txBody>
      </p:sp>
      <p:sp>
        <p:nvSpPr>
          <p:cNvPr id="38953" name="文本框 38952"/>
          <p:cNvSpPr txBox="1"/>
          <p:nvPr/>
        </p:nvSpPr>
        <p:spPr>
          <a:xfrm>
            <a:off x="7785100" y="7188200"/>
            <a:ext cx="469900" cy="34290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pPr eaLnBrk="1" hangingPunct="1"/>
            <a:r>
              <a:rPr lang="en-US" altLang="zh-CN" sz="2700">
                <a:solidFill>
                  <a:srgbClr val="007977"/>
                </a:solidFill>
                <a:latin typeface="Arial" panose="020B0604020202020204" pitchFamily="34" charset="0"/>
              </a:rPr>
              <a:t>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42" name="文本框 39941"/>
          <p:cNvSpPr txBox="1"/>
          <p:nvPr/>
        </p:nvSpPr>
        <p:spPr>
          <a:xfrm>
            <a:off x="7658100" y="101600"/>
            <a:ext cx="723900" cy="50673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pPr eaLnBrk="1" hangingPunct="1"/>
            <a:endParaRPr lang="zh-CN" altLang="en-US" sz="2700">
              <a:solidFill>
                <a:srgbClr val="007977"/>
              </a:solidFill>
              <a:latin typeface="宋体" panose="02010600030101010101" pitchFamily="2" charset="-122"/>
            </a:endParaRPr>
          </a:p>
        </p:txBody>
      </p:sp>
      <p:sp>
        <p:nvSpPr>
          <p:cNvPr id="39943" name="文本框 39942"/>
          <p:cNvSpPr txBox="1"/>
          <p:nvPr/>
        </p:nvSpPr>
        <p:spPr>
          <a:xfrm>
            <a:off x="8001000" y="101600"/>
            <a:ext cx="469900" cy="35560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pPr eaLnBrk="1" hangingPunct="1"/>
            <a:r>
              <a:rPr lang="en-US" altLang="zh-CN" sz="2700">
                <a:solidFill>
                  <a:srgbClr val="007977"/>
                </a:solidFill>
                <a:latin typeface="Arial" panose="020B0604020202020204" pitchFamily="34" charset="0"/>
              </a:rPr>
              <a:t> </a:t>
            </a:r>
          </a:p>
          <a:p>
            <a:pPr eaLnBrk="1" hangingPunct="1"/>
            <a:endParaRPr lang="en-US" altLang="zh-CN" sz="2700">
              <a:solidFill>
                <a:srgbClr val="007977"/>
              </a:solidFill>
              <a:latin typeface="Arial" panose="020B0604020202020204" pitchFamily="34" charset="0"/>
            </a:endParaRPr>
          </a:p>
        </p:txBody>
      </p:sp>
      <p:sp>
        <p:nvSpPr>
          <p:cNvPr id="39946" name="文本框 39945"/>
          <p:cNvSpPr txBox="1"/>
          <p:nvPr/>
        </p:nvSpPr>
        <p:spPr>
          <a:xfrm>
            <a:off x="9575800" y="1358900"/>
            <a:ext cx="609600" cy="88900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pPr eaLnBrk="1" hangingPunct="1"/>
            <a:r>
              <a:rPr lang="en-US" altLang="zh-CN" sz="6600">
                <a:solidFill>
                  <a:srgbClr val="003298"/>
                </a:solidFill>
                <a:latin typeface="Arial" panose="020B0604020202020204" pitchFamily="34" charset="0"/>
              </a:rPr>
              <a:t> </a:t>
            </a:r>
          </a:p>
          <a:p>
            <a:pPr eaLnBrk="1" hangingPunct="1"/>
            <a:endParaRPr lang="en-US" altLang="zh-CN" sz="6600">
              <a:solidFill>
                <a:srgbClr val="003298"/>
              </a:solidFill>
              <a:latin typeface="Arial" panose="020B0604020202020204" pitchFamily="34" charset="0"/>
            </a:endParaRPr>
          </a:p>
        </p:txBody>
      </p:sp>
      <p:sp>
        <p:nvSpPr>
          <p:cNvPr id="39947" name="文本框 39946"/>
          <p:cNvSpPr txBox="1"/>
          <p:nvPr/>
        </p:nvSpPr>
        <p:spPr>
          <a:xfrm>
            <a:off x="584200" y="3111500"/>
            <a:ext cx="787400" cy="49530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pPr eaLnBrk="1" hangingPunct="1"/>
            <a:r>
              <a:rPr lang="en-US" altLang="zh-CN" sz="3600">
                <a:solidFill>
                  <a:srgbClr val="DC5800"/>
                </a:solidFill>
                <a:latin typeface="Wingdings" panose="05000000000000000000" pitchFamily="34" charset="0"/>
              </a:rPr>
              <a:t></a:t>
            </a:r>
          </a:p>
        </p:txBody>
      </p:sp>
      <p:sp>
        <p:nvSpPr>
          <p:cNvPr id="39948" name="文本框 39947"/>
          <p:cNvSpPr txBox="1"/>
          <p:nvPr/>
        </p:nvSpPr>
        <p:spPr>
          <a:xfrm>
            <a:off x="1092200" y="2971800"/>
            <a:ext cx="1600200" cy="830997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pPr eaLnBrk="1" hangingPunct="1"/>
            <a:r>
              <a:rPr lang="zh-CN" altLang="en-US" sz="4800" dirty="0">
                <a:latin typeface="宋体" panose="02010600030101010101" pitchFamily="2" charset="-122"/>
              </a:rPr>
              <a:t>优点</a:t>
            </a:r>
          </a:p>
        </p:txBody>
      </p:sp>
      <p:sp>
        <p:nvSpPr>
          <p:cNvPr id="39949" name="文本框 39948"/>
          <p:cNvSpPr txBox="1"/>
          <p:nvPr/>
        </p:nvSpPr>
        <p:spPr>
          <a:xfrm>
            <a:off x="2324100" y="2971800"/>
            <a:ext cx="546100" cy="67310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pPr eaLnBrk="1" hangingPunct="1"/>
            <a:r>
              <a:rPr lang="en-US" altLang="zh-CN" sz="4800">
                <a:solidFill>
                  <a:srgbClr val="007977"/>
                </a:solidFill>
                <a:latin typeface="Arial" panose="020B0604020202020204" pitchFamily="34" charset="0"/>
              </a:rPr>
              <a:t> </a:t>
            </a:r>
          </a:p>
          <a:p>
            <a:pPr eaLnBrk="1" hangingPunct="1"/>
            <a:endParaRPr lang="en-US" altLang="zh-CN" sz="4800">
              <a:solidFill>
                <a:srgbClr val="007977"/>
              </a:solidFill>
              <a:latin typeface="Arial" panose="020B0604020202020204" pitchFamily="34" charset="0"/>
            </a:endParaRPr>
          </a:p>
        </p:txBody>
      </p:sp>
      <p:sp>
        <p:nvSpPr>
          <p:cNvPr id="39950" name="文本框 39949"/>
          <p:cNvSpPr txBox="1"/>
          <p:nvPr/>
        </p:nvSpPr>
        <p:spPr>
          <a:xfrm>
            <a:off x="1270000" y="3898900"/>
            <a:ext cx="825500" cy="49530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pPr eaLnBrk="1" hangingPunct="1"/>
            <a:r>
              <a:rPr lang="en-US" altLang="zh-CN" sz="3500">
                <a:solidFill>
                  <a:srgbClr val="3265FF"/>
                </a:solidFill>
                <a:latin typeface="Wingdings" panose="05000000000000000000" pitchFamily="34" charset="0"/>
              </a:rPr>
              <a:t></a:t>
            </a:r>
          </a:p>
        </p:txBody>
      </p:sp>
      <p:sp>
        <p:nvSpPr>
          <p:cNvPr id="39951" name="文本框 39950"/>
          <p:cNvSpPr txBox="1"/>
          <p:nvPr/>
        </p:nvSpPr>
        <p:spPr>
          <a:xfrm>
            <a:off x="1727200" y="3822700"/>
            <a:ext cx="3568700" cy="58420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pPr eaLnBrk="1" hangingPunct="1"/>
            <a:r>
              <a:rPr lang="zh-CN" altLang="en-US" sz="4100" dirty="0">
                <a:solidFill>
                  <a:srgbClr val="007977"/>
                </a:solidFill>
                <a:latin typeface="宋体" panose="02010600030101010101" pitchFamily="2" charset="-122"/>
              </a:rPr>
              <a:t>减少重复代码</a:t>
            </a:r>
          </a:p>
        </p:txBody>
      </p:sp>
      <p:sp>
        <p:nvSpPr>
          <p:cNvPr id="39952" name="文本框 39951"/>
          <p:cNvSpPr txBox="1"/>
          <p:nvPr/>
        </p:nvSpPr>
        <p:spPr>
          <a:xfrm>
            <a:off x="4914900" y="3822700"/>
            <a:ext cx="520700" cy="58420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pPr eaLnBrk="1" hangingPunct="1"/>
            <a:r>
              <a:rPr lang="en-US" altLang="zh-CN" sz="4100">
                <a:solidFill>
                  <a:srgbClr val="007977"/>
                </a:solidFill>
                <a:latin typeface="Arial" panose="020B0604020202020204" pitchFamily="34" charset="0"/>
              </a:rPr>
              <a:t> </a:t>
            </a:r>
          </a:p>
        </p:txBody>
      </p:sp>
      <p:sp>
        <p:nvSpPr>
          <p:cNvPr id="39953" name="文本框 39952"/>
          <p:cNvSpPr txBox="1"/>
          <p:nvPr/>
        </p:nvSpPr>
        <p:spPr>
          <a:xfrm>
            <a:off x="1270000" y="4660900"/>
            <a:ext cx="825500" cy="49530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pPr eaLnBrk="1" hangingPunct="1"/>
            <a:r>
              <a:rPr lang="en-US" altLang="zh-CN" sz="3500">
                <a:solidFill>
                  <a:srgbClr val="3265FF"/>
                </a:solidFill>
                <a:latin typeface="Wingdings" panose="05000000000000000000" pitchFamily="34" charset="0"/>
              </a:rPr>
              <a:t></a:t>
            </a:r>
          </a:p>
        </p:txBody>
      </p:sp>
      <p:sp>
        <p:nvSpPr>
          <p:cNvPr id="39954" name="文本框 39953"/>
          <p:cNvSpPr txBox="1"/>
          <p:nvPr/>
        </p:nvSpPr>
        <p:spPr>
          <a:xfrm>
            <a:off x="1727200" y="4597400"/>
            <a:ext cx="3568700" cy="58420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pPr eaLnBrk="1" hangingPunct="1"/>
            <a:r>
              <a:rPr lang="zh-CN" altLang="en-US" sz="4100">
                <a:solidFill>
                  <a:srgbClr val="007977"/>
                </a:solidFill>
                <a:latin typeface="宋体" panose="02010600030101010101" pitchFamily="2" charset="-122"/>
              </a:rPr>
              <a:t>提高开发效率</a:t>
            </a:r>
          </a:p>
        </p:txBody>
      </p:sp>
      <p:sp>
        <p:nvSpPr>
          <p:cNvPr id="39956" name="文本框 39955"/>
          <p:cNvSpPr txBox="1"/>
          <p:nvPr/>
        </p:nvSpPr>
        <p:spPr>
          <a:xfrm>
            <a:off x="1270000" y="5435600"/>
            <a:ext cx="825500" cy="49530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pPr eaLnBrk="1" hangingPunct="1"/>
            <a:r>
              <a:rPr lang="en-US" altLang="zh-CN" sz="3500">
                <a:solidFill>
                  <a:srgbClr val="3265FF"/>
                </a:solidFill>
                <a:latin typeface="Wingdings" panose="05000000000000000000" pitchFamily="34" charset="0"/>
              </a:rPr>
              <a:t></a:t>
            </a:r>
          </a:p>
        </p:txBody>
      </p:sp>
      <p:sp>
        <p:nvSpPr>
          <p:cNvPr id="39957" name="文本框 39956"/>
          <p:cNvSpPr txBox="1"/>
          <p:nvPr/>
        </p:nvSpPr>
        <p:spPr>
          <a:xfrm>
            <a:off x="1727200" y="5359400"/>
            <a:ext cx="2501900" cy="58420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pPr eaLnBrk="1" hangingPunct="1"/>
            <a:r>
              <a:rPr lang="zh-CN" altLang="en-US" sz="4100" dirty="0">
                <a:solidFill>
                  <a:srgbClr val="007977"/>
                </a:solidFill>
                <a:latin typeface="宋体" panose="02010600030101010101" pitchFamily="2" charset="-122"/>
              </a:rPr>
              <a:t>便于维护</a:t>
            </a:r>
          </a:p>
        </p:txBody>
      </p:sp>
      <p:sp>
        <p:nvSpPr>
          <p:cNvPr id="39958" name="文本框 39957"/>
          <p:cNvSpPr txBox="1"/>
          <p:nvPr/>
        </p:nvSpPr>
        <p:spPr>
          <a:xfrm>
            <a:off x="3848100" y="5359400"/>
            <a:ext cx="520700" cy="58420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pPr eaLnBrk="1" hangingPunct="1"/>
            <a:r>
              <a:rPr lang="en-US" altLang="zh-CN" sz="4100">
                <a:solidFill>
                  <a:srgbClr val="007977"/>
                </a:solidFill>
                <a:latin typeface="Arial" panose="020B0604020202020204" pitchFamily="34" charset="0"/>
              </a:rPr>
              <a:t> </a:t>
            </a:r>
          </a:p>
          <a:p>
            <a:pPr eaLnBrk="1" hangingPunct="1"/>
            <a:endParaRPr lang="en-US" altLang="zh-CN" sz="4100">
              <a:solidFill>
                <a:srgbClr val="007977"/>
              </a:solidFill>
              <a:latin typeface="Arial" panose="020B0604020202020204" pitchFamily="34" charset="0"/>
            </a:endParaRPr>
          </a:p>
        </p:txBody>
      </p:sp>
      <p:sp>
        <p:nvSpPr>
          <p:cNvPr id="39959" name="文本框 39958"/>
          <p:cNvSpPr txBox="1"/>
          <p:nvPr/>
        </p:nvSpPr>
        <p:spPr>
          <a:xfrm>
            <a:off x="584200" y="6286500"/>
            <a:ext cx="787400" cy="49530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pPr eaLnBrk="1" hangingPunct="1"/>
            <a:r>
              <a:rPr lang="en-US" altLang="zh-CN" sz="3600" dirty="0">
                <a:solidFill>
                  <a:srgbClr val="DC5800"/>
                </a:solidFill>
                <a:latin typeface="Wingdings" panose="05000000000000000000" pitchFamily="34" charset="0"/>
              </a:rPr>
              <a:t></a:t>
            </a:r>
          </a:p>
        </p:txBody>
      </p:sp>
      <p:sp>
        <p:nvSpPr>
          <p:cNvPr id="39960" name="文本框 39959"/>
          <p:cNvSpPr txBox="1"/>
          <p:nvPr/>
        </p:nvSpPr>
        <p:spPr>
          <a:xfrm>
            <a:off x="1092200" y="6159500"/>
            <a:ext cx="1600200" cy="830997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pPr eaLnBrk="1" hangingPunct="1"/>
            <a:r>
              <a:rPr lang="zh-CN" altLang="en-US" sz="4800" dirty="0">
                <a:latin typeface="宋体" panose="02010600030101010101" pitchFamily="2" charset="-122"/>
              </a:rPr>
              <a:t>缺点</a:t>
            </a:r>
          </a:p>
        </p:txBody>
      </p:sp>
      <p:sp>
        <p:nvSpPr>
          <p:cNvPr id="39961" name="文本框 39960"/>
          <p:cNvSpPr txBox="1"/>
          <p:nvPr/>
        </p:nvSpPr>
        <p:spPr>
          <a:xfrm>
            <a:off x="2324100" y="6159500"/>
            <a:ext cx="546100" cy="67310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pPr eaLnBrk="1" hangingPunct="1"/>
            <a:r>
              <a:rPr lang="en-US" altLang="zh-CN" sz="4800">
                <a:solidFill>
                  <a:srgbClr val="007977"/>
                </a:solidFill>
                <a:latin typeface="Arial" panose="020B0604020202020204" pitchFamily="34" charset="0"/>
              </a:rPr>
              <a:t> </a:t>
            </a:r>
          </a:p>
          <a:p>
            <a:pPr eaLnBrk="1" hangingPunct="1"/>
            <a:endParaRPr lang="en-US" altLang="zh-CN" sz="4800">
              <a:solidFill>
                <a:srgbClr val="007977"/>
              </a:solidFill>
              <a:latin typeface="Arial" panose="020B0604020202020204" pitchFamily="34" charset="0"/>
            </a:endParaRPr>
          </a:p>
        </p:txBody>
      </p:sp>
      <p:sp>
        <p:nvSpPr>
          <p:cNvPr id="39962" name="文本框 39961"/>
          <p:cNvSpPr txBox="1"/>
          <p:nvPr/>
        </p:nvSpPr>
        <p:spPr>
          <a:xfrm>
            <a:off x="1270000" y="7073900"/>
            <a:ext cx="825500" cy="49530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pPr eaLnBrk="1" hangingPunct="1"/>
            <a:r>
              <a:rPr lang="en-US" altLang="zh-CN" sz="3500">
                <a:solidFill>
                  <a:srgbClr val="3265FF"/>
                </a:solidFill>
                <a:latin typeface="Wingdings" panose="05000000000000000000" pitchFamily="34" charset="0"/>
              </a:rPr>
              <a:t></a:t>
            </a:r>
          </a:p>
        </p:txBody>
      </p:sp>
      <p:sp>
        <p:nvSpPr>
          <p:cNvPr id="39963" name="文本框 39962"/>
          <p:cNvSpPr txBox="1"/>
          <p:nvPr/>
        </p:nvSpPr>
        <p:spPr>
          <a:xfrm>
            <a:off x="1727200" y="7010400"/>
            <a:ext cx="7302500" cy="58420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pPr eaLnBrk="1" hangingPunct="1"/>
            <a:r>
              <a:rPr lang="zh-CN" altLang="en-US" sz="4100" dirty="0">
                <a:solidFill>
                  <a:srgbClr val="007977"/>
                </a:solidFill>
                <a:latin typeface="宋体" panose="02010600030101010101" pitchFamily="2" charset="-122"/>
              </a:rPr>
              <a:t>对于小型项目，增加了复杂性</a:t>
            </a:r>
          </a:p>
        </p:txBody>
      </p:sp>
      <p:sp>
        <p:nvSpPr>
          <p:cNvPr id="39964" name="文本框 39963"/>
          <p:cNvSpPr txBox="1"/>
          <p:nvPr/>
        </p:nvSpPr>
        <p:spPr>
          <a:xfrm>
            <a:off x="8648700" y="7010400"/>
            <a:ext cx="520700" cy="58420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pPr eaLnBrk="1" hangingPunct="1"/>
            <a:r>
              <a:rPr lang="en-US" altLang="zh-CN" sz="4100">
                <a:solidFill>
                  <a:srgbClr val="007977"/>
                </a:solidFill>
                <a:latin typeface="Arial" panose="020B0604020202020204" pitchFamily="34" charset="0"/>
              </a:rPr>
              <a:t> </a:t>
            </a:r>
          </a:p>
          <a:p>
            <a:pPr eaLnBrk="1" hangingPunct="1"/>
            <a:endParaRPr lang="en-US" altLang="zh-CN" sz="4100">
              <a:solidFill>
                <a:srgbClr val="007977"/>
              </a:solidFill>
              <a:latin typeface="Arial" panose="020B0604020202020204" pitchFamily="34" charset="0"/>
            </a:endParaRPr>
          </a:p>
        </p:txBody>
      </p:sp>
      <p:sp>
        <p:nvSpPr>
          <p:cNvPr id="26" name="文本框 38919"/>
          <p:cNvSpPr txBox="1"/>
          <p:nvPr/>
        </p:nvSpPr>
        <p:spPr>
          <a:xfrm>
            <a:off x="357142" y="928658"/>
            <a:ext cx="7659722" cy="830997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lstStyle/>
          <a:p>
            <a:pPr eaLnBrk="1" hangingPunct="1"/>
            <a:r>
              <a:rPr lang="en-US" altLang="zh-CN" sz="4800" b="1" dirty="0" smtClean="0">
                <a:solidFill>
                  <a:srgbClr val="003298"/>
                </a:solidFill>
                <a:latin typeface="Arial" panose="020B0604020202020204" pitchFamily="34" charset="0"/>
              </a:rPr>
              <a:t>1.4.5</a:t>
            </a:r>
            <a:r>
              <a:rPr lang="zh-CN" altLang="en-US" sz="4800" b="1" dirty="0" smtClean="0">
                <a:solidFill>
                  <a:srgbClr val="003298"/>
                </a:solidFill>
                <a:latin typeface="宋体" panose="02010600030101010101" pitchFamily="2" charset="-122"/>
              </a:rPr>
              <a:t>框架阶段</a:t>
            </a:r>
            <a:endParaRPr lang="en-US" altLang="zh-CN" sz="4800" b="1" dirty="0">
              <a:solidFill>
                <a:srgbClr val="003298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5" name="文本框 43014"/>
          <p:cNvSpPr txBox="1"/>
          <p:nvPr/>
        </p:nvSpPr>
        <p:spPr>
          <a:xfrm>
            <a:off x="8001000" y="101600"/>
            <a:ext cx="469900" cy="35560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pPr eaLnBrk="1" hangingPunct="1"/>
            <a:r>
              <a:rPr lang="en-US" altLang="zh-CN" sz="2700">
                <a:solidFill>
                  <a:srgbClr val="007977"/>
                </a:solidFill>
                <a:latin typeface="Arial" panose="020B0604020202020204" pitchFamily="34" charset="0"/>
              </a:rPr>
              <a:t> </a:t>
            </a:r>
          </a:p>
          <a:p>
            <a:pPr eaLnBrk="1" hangingPunct="1"/>
            <a:endParaRPr lang="en-US" altLang="zh-CN" sz="2700">
              <a:solidFill>
                <a:srgbClr val="007977"/>
              </a:solidFill>
              <a:latin typeface="Arial" panose="020B0604020202020204" pitchFamily="34" charset="0"/>
            </a:endParaRPr>
          </a:p>
        </p:txBody>
      </p:sp>
      <p:sp>
        <p:nvSpPr>
          <p:cNvPr id="43016" name="文本框 43015"/>
          <p:cNvSpPr txBox="1"/>
          <p:nvPr/>
        </p:nvSpPr>
        <p:spPr>
          <a:xfrm>
            <a:off x="5588000" y="1358900"/>
            <a:ext cx="2895600" cy="83820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pPr eaLnBrk="1" hangingPunct="1"/>
            <a:r>
              <a:rPr lang="zh-CN" altLang="en-US" sz="6600" dirty="0">
                <a:solidFill>
                  <a:srgbClr val="003298"/>
                </a:solidFill>
                <a:latin typeface="宋体" panose="02010600030101010101" pitchFamily="2" charset="-122"/>
              </a:rPr>
              <a:t>思考题</a:t>
            </a:r>
          </a:p>
        </p:txBody>
      </p:sp>
      <p:sp>
        <p:nvSpPr>
          <p:cNvPr id="43017" name="文本框 43016"/>
          <p:cNvSpPr txBox="1"/>
          <p:nvPr/>
        </p:nvSpPr>
        <p:spPr>
          <a:xfrm>
            <a:off x="8115300" y="1358900"/>
            <a:ext cx="609600" cy="83820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pPr eaLnBrk="1" hangingPunct="1"/>
            <a:r>
              <a:rPr lang="en-US" altLang="zh-CN" sz="6600">
                <a:solidFill>
                  <a:srgbClr val="003298"/>
                </a:solidFill>
                <a:latin typeface="Arial" panose="020B0604020202020204" pitchFamily="34" charset="0"/>
              </a:rPr>
              <a:t> </a:t>
            </a:r>
          </a:p>
          <a:p>
            <a:pPr eaLnBrk="1" hangingPunct="1"/>
            <a:endParaRPr lang="en-US" altLang="zh-CN" sz="6600">
              <a:solidFill>
                <a:srgbClr val="003298"/>
              </a:solidFill>
              <a:latin typeface="Arial" panose="020B0604020202020204" pitchFamily="34" charset="0"/>
            </a:endParaRPr>
          </a:p>
        </p:txBody>
      </p:sp>
      <p:sp>
        <p:nvSpPr>
          <p:cNvPr id="43019" name="文本框 43018"/>
          <p:cNvSpPr txBox="1"/>
          <p:nvPr/>
        </p:nvSpPr>
        <p:spPr>
          <a:xfrm>
            <a:off x="876300" y="2984500"/>
            <a:ext cx="7302500" cy="723275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pPr eaLnBrk="1" hangingPunct="1"/>
            <a:r>
              <a:rPr lang="en-US" altLang="zh-CN" sz="4100" dirty="0" smtClean="0">
                <a:solidFill>
                  <a:srgbClr val="007977"/>
                </a:solidFill>
                <a:latin typeface="宋体" panose="02010600030101010101" pitchFamily="2" charset="-122"/>
              </a:rPr>
              <a:t>  1</a:t>
            </a:r>
            <a:r>
              <a:rPr lang="zh-CN" altLang="en-US" sz="4100" dirty="0" smtClean="0">
                <a:solidFill>
                  <a:srgbClr val="007977"/>
                </a:solidFill>
                <a:latin typeface="宋体" panose="02010600030101010101" pitchFamily="2" charset="-122"/>
              </a:rPr>
              <a:t>、有</a:t>
            </a:r>
            <a:r>
              <a:rPr lang="zh-CN" altLang="en-US" sz="4100" dirty="0">
                <a:solidFill>
                  <a:srgbClr val="007977"/>
                </a:solidFill>
                <a:latin typeface="宋体" panose="02010600030101010101" pitchFamily="2" charset="-122"/>
              </a:rPr>
              <a:t>哪些常见的应用服务器？</a:t>
            </a:r>
          </a:p>
        </p:txBody>
      </p:sp>
      <p:sp>
        <p:nvSpPr>
          <p:cNvPr id="43020" name="文本框 43019"/>
          <p:cNvSpPr txBox="1"/>
          <p:nvPr/>
        </p:nvSpPr>
        <p:spPr>
          <a:xfrm>
            <a:off x="7810500" y="2984500"/>
            <a:ext cx="520700" cy="55880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pPr eaLnBrk="1" hangingPunct="1"/>
            <a:r>
              <a:rPr lang="en-US" altLang="zh-CN" sz="4100">
                <a:solidFill>
                  <a:srgbClr val="007977"/>
                </a:solidFill>
                <a:latin typeface="Arial" panose="020B0604020202020204" pitchFamily="34" charset="0"/>
              </a:rPr>
              <a:t> </a:t>
            </a:r>
          </a:p>
          <a:p>
            <a:pPr eaLnBrk="1" hangingPunct="1"/>
            <a:endParaRPr lang="en-US" altLang="zh-CN" sz="4100">
              <a:solidFill>
                <a:srgbClr val="007977"/>
              </a:solidFill>
              <a:latin typeface="Arial" panose="020B0604020202020204" pitchFamily="34" charset="0"/>
            </a:endParaRPr>
          </a:p>
        </p:txBody>
      </p:sp>
      <p:sp>
        <p:nvSpPr>
          <p:cNvPr id="43021" name="文本框 43020"/>
          <p:cNvSpPr txBox="1"/>
          <p:nvPr/>
        </p:nvSpPr>
        <p:spPr>
          <a:xfrm>
            <a:off x="584200" y="3759200"/>
            <a:ext cx="7916874" cy="723275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lstStyle/>
          <a:p>
            <a:pPr eaLnBrk="1" hangingPunct="1"/>
            <a:r>
              <a:rPr lang="en-US" altLang="zh-CN" sz="4100" dirty="0" smtClean="0">
                <a:solidFill>
                  <a:srgbClr val="007977"/>
                </a:solidFill>
              </a:rPr>
              <a:t>      </a:t>
            </a:r>
            <a:r>
              <a:rPr lang="en-US" altLang="zh-CN" sz="4100" dirty="0" smtClean="0">
                <a:solidFill>
                  <a:srgbClr val="007977"/>
                </a:solidFill>
                <a:latin typeface="Arial" panose="020B0604020202020204" pitchFamily="34" charset="0"/>
              </a:rPr>
              <a:t>2</a:t>
            </a:r>
            <a:r>
              <a:rPr lang="zh-CN" altLang="en-US" sz="4100" dirty="0" smtClean="0">
                <a:solidFill>
                  <a:srgbClr val="007977"/>
                </a:solidFill>
                <a:latin typeface="Arial" panose="020B0604020202020204" pitchFamily="34" charset="0"/>
              </a:rPr>
              <a:t>、什么是</a:t>
            </a:r>
            <a:r>
              <a:rPr lang="en-US" altLang="zh-CN" sz="4100" dirty="0" smtClean="0">
                <a:solidFill>
                  <a:srgbClr val="007977"/>
                </a:solidFill>
                <a:latin typeface="Arial" panose="020B0604020202020204" pitchFamily="34" charset="0"/>
              </a:rPr>
              <a:t>web</a:t>
            </a:r>
            <a:r>
              <a:rPr lang="zh-CN" altLang="en-US" sz="4100" dirty="0" smtClean="0">
                <a:solidFill>
                  <a:srgbClr val="007977"/>
                </a:solidFill>
                <a:latin typeface="Arial" panose="020B0604020202020204" pitchFamily="34" charset="0"/>
              </a:rPr>
              <a:t>应用</a:t>
            </a:r>
            <a:endParaRPr lang="en-US" altLang="zh-CN" sz="4100" dirty="0">
              <a:solidFill>
                <a:srgbClr val="007977"/>
              </a:solidFill>
              <a:latin typeface="Arial" panose="020B0604020202020204" pitchFamily="34" charset="0"/>
            </a:endParaRPr>
          </a:p>
        </p:txBody>
      </p:sp>
      <p:sp>
        <p:nvSpPr>
          <p:cNvPr id="43027" name="文本框 43026"/>
          <p:cNvSpPr txBox="1"/>
          <p:nvPr/>
        </p:nvSpPr>
        <p:spPr>
          <a:xfrm>
            <a:off x="12573000" y="3759200"/>
            <a:ext cx="520700" cy="55880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pPr eaLnBrk="1" hangingPunct="1"/>
            <a:r>
              <a:rPr lang="en-US" altLang="zh-CN" sz="4100">
                <a:solidFill>
                  <a:srgbClr val="007977"/>
                </a:solidFill>
                <a:latin typeface="Arial" panose="020B0604020202020204" pitchFamily="34" charset="0"/>
              </a:rPr>
              <a:t> </a:t>
            </a:r>
          </a:p>
        </p:txBody>
      </p:sp>
      <p:sp>
        <p:nvSpPr>
          <p:cNvPr id="43029" name="文本框 43028"/>
          <p:cNvSpPr txBox="1"/>
          <p:nvPr/>
        </p:nvSpPr>
        <p:spPr>
          <a:xfrm>
            <a:off x="914400" y="4635500"/>
            <a:ext cx="10125104" cy="723275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lstStyle/>
          <a:p>
            <a:pPr eaLnBrk="1" hangingPunct="1"/>
            <a:r>
              <a:rPr lang="zh-CN" altLang="en-US" sz="4100" dirty="0" smtClean="0">
                <a:solidFill>
                  <a:srgbClr val="007977"/>
                </a:solidFill>
                <a:latin typeface="宋体" panose="02010600030101010101" pitchFamily="2" charset="-122"/>
              </a:rPr>
              <a:t>  </a:t>
            </a:r>
            <a:r>
              <a:rPr lang="en-US" altLang="zh-CN" sz="4100" dirty="0" smtClean="0">
                <a:solidFill>
                  <a:srgbClr val="007977"/>
                </a:solidFill>
                <a:latin typeface="宋体" panose="02010600030101010101" pitchFamily="2" charset="-122"/>
              </a:rPr>
              <a:t>3</a:t>
            </a:r>
            <a:r>
              <a:rPr lang="zh-CN" altLang="en-US" sz="4100" dirty="0" smtClean="0">
                <a:solidFill>
                  <a:srgbClr val="007977"/>
                </a:solidFill>
                <a:latin typeface="宋体" panose="02010600030101010101" pitchFamily="2" charset="-122"/>
              </a:rPr>
              <a:t>、</a:t>
            </a:r>
            <a:r>
              <a:rPr lang="en-US" altLang="zh-CN" sz="4100" dirty="0" smtClean="0">
                <a:solidFill>
                  <a:srgbClr val="007977"/>
                </a:solidFill>
              </a:rPr>
              <a:t>B/S</a:t>
            </a:r>
            <a:r>
              <a:rPr lang="zh-CN" altLang="en-US" sz="4100" dirty="0" smtClean="0">
                <a:solidFill>
                  <a:srgbClr val="007977"/>
                </a:solidFill>
              </a:rPr>
              <a:t>结构与</a:t>
            </a:r>
            <a:r>
              <a:rPr lang="en-US" altLang="zh-CN" sz="4100" dirty="0" smtClean="0">
                <a:solidFill>
                  <a:srgbClr val="007977"/>
                </a:solidFill>
              </a:rPr>
              <a:t>C/S</a:t>
            </a:r>
            <a:r>
              <a:rPr lang="zh-CN" altLang="en-US" sz="4100" dirty="0" smtClean="0">
                <a:solidFill>
                  <a:srgbClr val="007977"/>
                </a:solidFill>
              </a:rPr>
              <a:t>结构有什么区别</a:t>
            </a:r>
            <a:endParaRPr lang="zh-CN" altLang="en-US" sz="4100" dirty="0">
              <a:solidFill>
                <a:srgbClr val="007977"/>
              </a:solidFill>
              <a:latin typeface="宋体" panose="02010600030101010101" pitchFamily="2" charset="-122"/>
            </a:endParaRPr>
          </a:p>
        </p:txBody>
      </p:sp>
      <p:sp>
        <p:nvSpPr>
          <p:cNvPr id="43032" name="文本框 43031"/>
          <p:cNvSpPr txBox="1"/>
          <p:nvPr/>
        </p:nvSpPr>
        <p:spPr>
          <a:xfrm>
            <a:off x="5702300" y="4521200"/>
            <a:ext cx="520700" cy="55880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pPr eaLnBrk="1" hangingPunct="1"/>
            <a:r>
              <a:rPr lang="en-US" altLang="zh-CN" sz="4100">
                <a:solidFill>
                  <a:srgbClr val="007977"/>
                </a:solidFill>
                <a:latin typeface="Arial" panose="020B0604020202020204" pitchFamily="34" charset="0"/>
              </a:rPr>
              <a:t> </a:t>
            </a:r>
          </a:p>
          <a:p>
            <a:pPr eaLnBrk="1" hangingPunct="1"/>
            <a:endParaRPr lang="en-US" altLang="zh-CN" sz="4100">
              <a:solidFill>
                <a:srgbClr val="007977"/>
              </a:solidFill>
              <a:latin typeface="Arial" panose="020B0604020202020204" pitchFamily="34" charset="0"/>
            </a:endParaRPr>
          </a:p>
        </p:txBody>
      </p:sp>
      <p:sp>
        <p:nvSpPr>
          <p:cNvPr id="43038" name="文本框 43037"/>
          <p:cNvSpPr txBox="1"/>
          <p:nvPr/>
        </p:nvSpPr>
        <p:spPr>
          <a:xfrm>
            <a:off x="1214398" y="5643566"/>
            <a:ext cx="11144328" cy="723275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lstStyle/>
          <a:p>
            <a:pPr eaLnBrk="1" hangingPunct="1"/>
            <a:r>
              <a:rPr lang="en-US" altLang="zh-CN" sz="4100" dirty="0" smtClean="0">
                <a:solidFill>
                  <a:srgbClr val="007977"/>
                </a:solidFill>
                <a:latin typeface="宋体" panose="02010600030101010101" pitchFamily="2" charset="-122"/>
              </a:rPr>
              <a:t> 4</a:t>
            </a:r>
            <a:r>
              <a:rPr lang="zh-CN" altLang="en-US" sz="4100" dirty="0" smtClean="0">
                <a:solidFill>
                  <a:srgbClr val="007977"/>
                </a:solidFill>
                <a:latin typeface="宋体" panose="02010600030101010101" pitchFamily="2" charset="-122"/>
              </a:rPr>
              <a:t>、</a:t>
            </a:r>
            <a:r>
              <a:rPr lang="en-US" altLang="zh-CN" sz="4100" dirty="0" smtClean="0">
                <a:solidFill>
                  <a:srgbClr val="007977"/>
                </a:solidFill>
              </a:rPr>
              <a:t>Web</a:t>
            </a:r>
            <a:r>
              <a:rPr lang="zh-CN" altLang="en-US" sz="4100" dirty="0" smtClean="0">
                <a:solidFill>
                  <a:srgbClr val="007977"/>
                </a:solidFill>
                <a:latin typeface="宋体" panose="02010600030101010101" pitchFamily="2" charset="-122"/>
              </a:rPr>
              <a:t>服务器与应用服务器的区别是什么？</a:t>
            </a:r>
            <a:endParaRPr lang="zh-CN" altLang="en-US" sz="4100" dirty="0">
              <a:solidFill>
                <a:srgbClr val="007977"/>
              </a:solidFill>
              <a:latin typeface="宋体" panose="02010600030101010101" pitchFamily="2" charset="-122"/>
            </a:endParaRPr>
          </a:p>
        </p:txBody>
      </p:sp>
      <p:sp>
        <p:nvSpPr>
          <p:cNvPr id="43039" name="文本框 43038"/>
          <p:cNvSpPr txBox="1"/>
          <p:nvPr/>
        </p:nvSpPr>
        <p:spPr>
          <a:xfrm>
            <a:off x="9017000" y="5295900"/>
            <a:ext cx="520700" cy="55880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pPr eaLnBrk="1" hangingPunct="1"/>
            <a:r>
              <a:rPr lang="en-US" altLang="zh-CN" sz="4100">
                <a:solidFill>
                  <a:srgbClr val="007977"/>
                </a:solidFill>
                <a:latin typeface="Arial" panose="020B0604020202020204" pitchFamily="34" charset="0"/>
              </a:rPr>
              <a:t> </a:t>
            </a:r>
          </a:p>
          <a:p>
            <a:pPr eaLnBrk="1" hangingPunct="1"/>
            <a:endParaRPr lang="en-US" altLang="zh-CN" sz="4100">
              <a:solidFill>
                <a:srgbClr val="007977"/>
              </a:solidFill>
              <a:latin typeface="Arial" panose="020B0604020202020204" pitchFamily="34" charset="0"/>
            </a:endParaRPr>
          </a:p>
        </p:txBody>
      </p:sp>
      <p:sp>
        <p:nvSpPr>
          <p:cNvPr id="43044" name="文本框 43043"/>
          <p:cNvSpPr txBox="1"/>
          <p:nvPr/>
        </p:nvSpPr>
        <p:spPr>
          <a:xfrm>
            <a:off x="11036300" y="6057900"/>
            <a:ext cx="520700" cy="55880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pPr eaLnBrk="1" hangingPunct="1"/>
            <a:r>
              <a:rPr lang="en-US" altLang="zh-CN" sz="4100">
                <a:solidFill>
                  <a:srgbClr val="007977"/>
                </a:solidFill>
                <a:latin typeface="Arial" panose="020B0604020202020204" pitchFamily="34" charset="0"/>
              </a:rPr>
              <a:t> </a:t>
            </a:r>
          </a:p>
        </p:txBody>
      </p:sp>
      <p:sp>
        <p:nvSpPr>
          <p:cNvPr id="43047" name="文本框 43046"/>
          <p:cNvSpPr txBox="1"/>
          <p:nvPr/>
        </p:nvSpPr>
        <p:spPr>
          <a:xfrm>
            <a:off x="1504950" y="6832600"/>
            <a:ext cx="9734580" cy="723275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lstStyle/>
          <a:p>
            <a:pPr eaLnBrk="1" hangingPunct="1"/>
            <a:r>
              <a:rPr lang="en-US" altLang="zh-CN" sz="4100" dirty="0" smtClean="0">
                <a:solidFill>
                  <a:srgbClr val="007977"/>
                </a:solidFill>
                <a:latin typeface="Arial" panose="020B0604020202020204" pitchFamily="34" charset="0"/>
              </a:rPr>
              <a:t>5</a:t>
            </a:r>
            <a:r>
              <a:rPr lang="zh-CN" altLang="en-US" sz="4100" dirty="0" smtClean="0">
                <a:solidFill>
                  <a:srgbClr val="007977"/>
                </a:solidFill>
                <a:latin typeface="Arial" panose="020B0604020202020204" pitchFamily="34" charset="0"/>
              </a:rPr>
              <a:t>、</a:t>
            </a:r>
            <a:r>
              <a:rPr lang="en-US" altLang="zh-CN" sz="4100" dirty="0" err="1" smtClean="0">
                <a:solidFill>
                  <a:srgbClr val="007977"/>
                </a:solidFill>
                <a:latin typeface="Arial" panose="020B0604020202020204" pitchFamily="34" charset="0"/>
              </a:rPr>
              <a:t>Tomat</a:t>
            </a:r>
            <a:r>
              <a:rPr lang="zh-CN" altLang="en-US" sz="4100" dirty="0" smtClean="0">
                <a:solidFill>
                  <a:srgbClr val="007977"/>
                </a:solidFill>
                <a:latin typeface="宋体" panose="02010600030101010101" pitchFamily="2" charset="-122"/>
              </a:rPr>
              <a:t>是否具有</a:t>
            </a:r>
            <a:r>
              <a:rPr lang="en-US" altLang="zh-CN" sz="4100" dirty="0" smtClean="0">
                <a:solidFill>
                  <a:srgbClr val="007977"/>
                </a:solidFill>
              </a:rPr>
              <a:t>Web</a:t>
            </a:r>
            <a:r>
              <a:rPr lang="zh-CN" altLang="en-US" sz="4100" dirty="0" smtClean="0">
                <a:solidFill>
                  <a:srgbClr val="007977"/>
                </a:solidFill>
                <a:latin typeface="宋体" panose="02010600030101010101" pitchFamily="2" charset="-122"/>
              </a:rPr>
              <a:t>服务器的作用？</a:t>
            </a:r>
            <a:endParaRPr lang="en-US" altLang="zh-CN" sz="4100" dirty="0">
              <a:solidFill>
                <a:srgbClr val="007977"/>
              </a:solidFill>
              <a:latin typeface="Arial" panose="020B0604020202020204" pitchFamily="34" charset="0"/>
            </a:endParaRPr>
          </a:p>
        </p:txBody>
      </p:sp>
      <p:sp>
        <p:nvSpPr>
          <p:cNvPr id="43051" name="文本框 43050"/>
          <p:cNvSpPr txBox="1"/>
          <p:nvPr/>
        </p:nvSpPr>
        <p:spPr>
          <a:xfrm>
            <a:off x="9880600" y="6832600"/>
            <a:ext cx="520700" cy="55880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pPr eaLnBrk="1" hangingPunct="1"/>
            <a:r>
              <a:rPr lang="en-US" altLang="zh-CN" sz="4100">
                <a:solidFill>
                  <a:srgbClr val="007977"/>
                </a:solidFill>
                <a:latin typeface="Arial" panose="020B0604020202020204" pitchFamily="34" charset="0"/>
              </a:rPr>
              <a:t> </a:t>
            </a:r>
          </a:p>
          <a:p>
            <a:pPr eaLnBrk="1" hangingPunct="1"/>
            <a:endParaRPr lang="en-US" altLang="zh-CN" sz="4100">
              <a:solidFill>
                <a:srgbClr val="007977"/>
              </a:solidFill>
              <a:latin typeface="Arial" panose="020B0604020202020204" pitchFamily="34" charset="0"/>
            </a:endParaRPr>
          </a:p>
        </p:txBody>
      </p:sp>
      <p:sp>
        <p:nvSpPr>
          <p:cNvPr id="43057" name="文本框 43056"/>
          <p:cNvSpPr txBox="1"/>
          <p:nvPr/>
        </p:nvSpPr>
        <p:spPr>
          <a:xfrm>
            <a:off x="6959600" y="8242300"/>
            <a:ext cx="520700" cy="52070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pPr eaLnBrk="1" hangingPunct="1"/>
            <a:r>
              <a:rPr lang="en-US" altLang="zh-CN" sz="4100">
                <a:solidFill>
                  <a:srgbClr val="007977"/>
                </a:solidFill>
                <a:latin typeface="Arial" panose="020B0604020202020204" pitchFamily="34" charset="0"/>
              </a:rPr>
              <a:t> </a:t>
            </a:r>
          </a:p>
          <a:p>
            <a:pPr eaLnBrk="1" hangingPunct="1"/>
            <a:endParaRPr lang="en-US" altLang="zh-CN" sz="4100">
              <a:solidFill>
                <a:srgbClr val="007977"/>
              </a:solidFill>
              <a:latin typeface="Arial" panose="020B0604020202020204" pitchFamily="34" charset="0"/>
            </a:endParaRPr>
          </a:p>
        </p:txBody>
      </p:sp>
      <p:sp>
        <p:nvSpPr>
          <p:cNvPr id="43058" name="文本框 43057"/>
          <p:cNvSpPr txBox="1"/>
          <p:nvPr/>
        </p:nvSpPr>
        <p:spPr>
          <a:xfrm>
            <a:off x="1092200" y="9029700"/>
            <a:ext cx="546100" cy="64770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pPr eaLnBrk="1" hangingPunct="1"/>
            <a:r>
              <a:rPr lang="en-US" altLang="zh-CN" sz="4800">
                <a:solidFill>
                  <a:srgbClr val="007977"/>
                </a:solidFill>
                <a:latin typeface="Arial" panose="020B0604020202020204" pitchFamily="34" charset="0"/>
              </a:rPr>
              <a:t> </a:t>
            </a:r>
          </a:p>
          <a:p>
            <a:pPr eaLnBrk="1" hangingPunct="1"/>
            <a:endParaRPr lang="en-US" altLang="zh-CN" sz="4800">
              <a:solidFill>
                <a:srgbClr val="007977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9EDEE"/>
      </a:accent5>
      <a:accent6>
        <a:srgbClr val="2D2D89"/>
      </a:accent6>
      <a:hlink>
        <a:srgbClr val="009999"/>
      </a:hlink>
      <a:folHlink>
        <a:srgbClr val="99CC00"/>
      </a:folHlink>
    </a:clrScheme>
    <a:fontScheme name="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9EDEE"/>
        </a:accent5>
        <a:accent6>
          <a:srgbClr val="2D2D89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4"/>
        </a:accent5>
        <a:accent6>
          <a:srgbClr val="E5895B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7B7E5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BFAF7"/>
        </a:accent3>
        <a:accent4>
          <a:srgbClr val="000000"/>
        </a:accent4>
        <a:accent5>
          <a:srgbClr val="FFFFFF"/>
        </a:accent5>
        <a:accent6>
          <a:srgbClr val="7EB1E5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7B7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8080"/>
        </a:lt1>
        <a:dk2>
          <a:srgbClr val="FFFF99"/>
        </a:dk2>
        <a:lt2>
          <a:srgbClr val="005A58"/>
        </a:lt2>
        <a:accent1>
          <a:srgbClr val="006462"/>
        </a:accent1>
        <a:accent2>
          <a:srgbClr val="6D6FC7"/>
        </a:accent2>
        <a:accent3>
          <a:srgbClr val="AAC1C1"/>
        </a:accent3>
        <a:accent4>
          <a:srgbClr val="DCDCDC"/>
        </a:accent4>
        <a:accent5>
          <a:srgbClr val="AAB8B8"/>
        </a:accent5>
        <a:accent6>
          <a:srgbClr val="6163B2"/>
        </a:accent6>
        <a:hlink>
          <a:srgbClr val="00FFFF"/>
        </a:hlink>
        <a:folHlink>
          <a:srgbClr val="00FF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800000"/>
        </a:lt1>
        <a:dk2>
          <a:srgbClr val="DFD293"/>
        </a:dk2>
        <a:lt2>
          <a:srgbClr val="5C1F00"/>
        </a:lt2>
        <a:accent1>
          <a:srgbClr val="CC3300"/>
        </a:accent1>
        <a:accent2>
          <a:srgbClr val="BE7960"/>
        </a:accent2>
        <a:accent3>
          <a:srgbClr val="C1AAAA"/>
        </a:accent3>
        <a:accent4>
          <a:srgbClr val="DCDCDC"/>
        </a:accent4>
        <a:accent5>
          <a:srgbClr val="E2ADAA"/>
        </a:accent5>
        <a:accent6>
          <a:srgbClr val="AA6C55"/>
        </a:accent6>
        <a:hlink>
          <a:srgbClr val="FFFF99"/>
        </a:hlink>
        <a:folHlink>
          <a:srgbClr val="D3A21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0099"/>
        </a:lt1>
        <a:dk2>
          <a:srgbClr val="CCFFFF"/>
        </a:dk2>
        <a:lt2>
          <a:srgbClr val="003366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CDCDC"/>
        </a:accent4>
        <a:accent5>
          <a:srgbClr val="ADB9E2"/>
        </a:accent5>
        <a:accent6>
          <a:srgbClr val="009D00"/>
        </a:accent6>
        <a:hlink>
          <a:srgbClr val="66CCFF"/>
        </a:hlink>
        <a:folHlink>
          <a:srgbClr val="FFE701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0000"/>
        </a:lt1>
        <a:dk2>
          <a:srgbClr val="E3EBF1"/>
        </a:dk2>
        <a:lt2>
          <a:srgbClr val="336699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CDCDC"/>
        </a:accent4>
        <a:accent5>
          <a:srgbClr val="AAADCA"/>
        </a:accent5>
        <a:accent6>
          <a:srgbClr val="3E7B43"/>
        </a:accent6>
        <a:hlink>
          <a:srgbClr val="66CCFF"/>
        </a:hlink>
        <a:folHlink>
          <a:srgbClr val="F0E5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686B5D"/>
        </a:lt1>
        <a:dk2>
          <a:srgbClr val="D1D1CB"/>
        </a:dk2>
        <a:lt2>
          <a:srgbClr val="777777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CDCDC"/>
        </a:accent4>
        <a:accent5>
          <a:srgbClr val="C7C7C1"/>
        </a:accent5>
        <a:accent6>
          <a:srgbClr val="728D96"/>
        </a:accent6>
        <a:hlink>
          <a:srgbClr val="FFCC66"/>
        </a:hlink>
        <a:folHlink>
          <a:srgbClr val="E9DCB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666699"/>
        </a:lt1>
        <a:dk2>
          <a:srgbClr val="FFFFFF"/>
        </a:dk2>
        <a:lt2>
          <a:srgbClr val="3E3E5C"/>
        </a:lt2>
        <a:accent1>
          <a:srgbClr val="60597B"/>
        </a:accent1>
        <a:accent2>
          <a:srgbClr val="6666FF"/>
        </a:accent2>
        <a:accent3>
          <a:srgbClr val="B9B9CA"/>
        </a:accent3>
        <a:accent4>
          <a:srgbClr val="DCDCDC"/>
        </a:accent4>
        <a:accent5>
          <a:srgbClr val="B7B5BF"/>
        </a:accent5>
        <a:accent6>
          <a:srgbClr val="5B5BE5"/>
        </a:accent6>
        <a:hlink>
          <a:srgbClr val="99CCFF"/>
        </a:hlink>
        <a:folHlink>
          <a:srgbClr val="FFFF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523E26"/>
        </a:lt1>
        <a:dk2>
          <a:srgbClr val="DFC08D"/>
        </a:dk2>
        <a:lt2>
          <a:srgbClr val="2D2015"/>
        </a:lt2>
        <a:accent1>
          <a:srgbClr val="8C7B70"/>
        </a:accent1>
        <a:accent2>
          <a:srgbClr val="8F5F2F"/>
        </a:accent2>
        <a:accent3>
          <a:srgbClr val="B3AFAB"/>
        </a:accent3>
        <a:accent4>
          <a:srgbClr val="DCDCDC"/>
        </a:accent4>
        <a:accent5>
          <a:srgbClr val="C5BFBC"/>
        </a:accent5>
        <a:accent6>
          <a:srgbClr val="805529"/>
        </a:accent6>
        <a:hlink>
          <a:srgbClr val="CCB400"/>
        </a:hlink>
        <a:folHlink>
          <a:srgbClr val="8C9EA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3761</TotalTime>
  <Words>3041</Words>
  <Application>WPS 演示</Application>
  <PresentationFormat>自定义</PresentationFormat>
  <Paragraphs>670</Paragraphs>
  <Slides>48</Slides>
  <Notes>37</Notes>
  <HiddenSlides>0</HiddenSlides>
  <MMClips>0</MMClips>
  <ScaleCrop>false</ScaleCrop>
  <HeadingPairs>
    <vt:vector size="6" baseType="variant"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48</vt:i4>
      </vt:variant>
    </vt:vector>
  </HeadingPairs>
  <TitlesOfParts>
    <vt:vector size="50" baseType="lpstr">
      <vt:lpstr/>
      <vt:lpstr>Microsoft Visio 绘图</vt:lpstr>
      <vt:lpstr>幻灯片 1</vt:lpstr>
      <vt:lpstr>幻灯片 2</vt:lpstr>
      <vt:lpstr>幻灯片 3</vt:lpstr>
      <vt:lpstr>幻灯片 4</vt:lpstr>
      <vt:lpstr>幻灯片 5</vt:lpstr>
      <vt:lpstr>幻灯片 6</vt:lpstr>
      <vt:lpstr>幻灯片 7</vt:lpstr>
      <vt:lpstr>幻灯片 8</vt:lpstr>
      <vt:lpstr>幻灯片 9</vt:lpstr>
      <vt:lpstr>幻灯片 10</vt:lpstr>
      <vt:lpstr>幻灯片 11</vt:lpstr>
      <vt:lpstr>幻灯片 12</vt:lpstr>
      <vt:lpstr>1.1.6 URL</vt:lpstr>
      <vt:lpstr>URL的格式</vt:lpstr>
      <vt:lpstr>URL类</vt:lpstr>
      <vt:lpstr>解析 URL</vt:lpstr>
      <vt:lpstr>例1：获取URL信息的例程</vt:lpstr>
      <vt:lpstr>例2：获取网络资源的例程</vt:lpstr>
      <vt:lpstr>幻灯片 19</vt:lpstr>
      <vt:lpstr>幻灯片 20</vt:lpstr>
      <vt:lpstr>幻灯片 21</vt:lpstr>
      <vt:lpstr>幻灯片 22</vt:lpstr>
      <vt:lpstr>幻灯片 23</vt:lpstr>
      <vt:lpstr>幻灯片 24</vt:lpstr>
      <vt:lpstr>幻灯片 25</vt:lpstr>
      <vt:lpstr>幻灯片 26</vt:lpstr>
      <vt:lpstr>幻灯片 27</vt:lpstr>
      <vt:lpstr>幻灯片 28</vt:lpstr>
      <vt:lpstr>幻灯片 29</vt:lpstr>
      <vt:lpstr>幻灯片 30</vt:lpstr>
      <vt:lpstr>幻灯片 31</vt:lpstr>
      <vt:lpstr>幻灯片 32</vt:lpstr>
      <vt:lpstr>幻灯片 33</vt:lpstr>
      <vt:lpstr>幻灯片 34</vt:lpstr>
      <vt:lpstr>幻灯片 35</vt:lpstr>
      <vt:lpstr>幻灯片 36</vt:lpstr>
      <vt:lpstr>幻灯片 37</vt:lpstr>
      <vt:lpstr>幻灯片 38</vt:lpstr>
      <vt:lpstr>幻灯片 39</vt:lpstr>
      <vt:lpstr>幻灯片 40</vt:lpstr>
      <vt:lpstr>幻灯片 41</vt:lpstr>
      <vt:lpstr>幻灯片 42</vt:lpstr>
      <vt:lpstr>幻灯片 43</vt:lpstr>
      <vt:lpstr>幻灯片 44</vt:lpstr>
      <vt:lpstr>幻灯片 45</vt:lpstr>
      <vt:lpstr>幻灯片 46</vt:lpstr>
      <vt:lpstr>幻灯片 47</vt:lpstr>
      <vt:lpstr>幻灯片 48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zhanghaijiang</dc:creator>
  <cp:lastModifiedBy>zhanghaijiang</cp:lastModifiedBy>
  <cp:revision>308</cp:revision>
  <dcterms:created xsi:type="dcterms:W3CDTF">2020-02-21T01:40:00Z</dcterms:created>
  <dcterms:modified xsi:type="dcterms:W3CDTF">2023-02-12T08:57:03Z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Version">
    <vt:i4>1</vt:i4>
  </property>
  <property fmtid="{D5CDD505-2E9C-101B-9397-08002B2CF9AE}" pid="3" name="KSOProductBuildVer">
    <vt:lpwstr>2052-11.8.2.8506</vt:lpwstr>
  </property>
</Properties>
</file>